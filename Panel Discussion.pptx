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7377499" r:id="rId2"/>
    <p:sldId id="2147377505" r:id="rId3"/>
    <p:sldId id="214737750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16C"/>
    <a:srgbClr val="EF8D4B"/>
    <a:srgbClr val="EE71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4AB6B-125F-4E7F-B40E-F5728DAF9F67}" v="19" dt="2023-04-27T12:00:03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a Salem" userId="df0d3315-5335-4730-aef4-34234f5a8f44" providerId="ADAL" clId="{87F4AB6B-125F-4E7F-B40E-F5728DAF9F67}"/>
    <pc:docChg chg="undo custSel modSld">
      <pc:chgData name="Heba Salem" userId="df0d3315-5335-4730-aef4-34234f5a8f44" providerId="ADAL" clId="{87F4AB6B-125F-4E7F-B40E-F5728DAF9F67}" dt="2023-04-27T12:00:41.454" v="11" actId="20577"/>
      <pc:docMkLst>
        <pc:docMk/>
      </pc:docMkLst>
      <pc:sldChg chg="modSp mod">
        <pc:chgData name="Heba Salem" userId="df0d3315-5335-4730-aef4-34234f5a8f44" providerId="ADAL" clId="{87F4AB6B-125F-4E7F-B40E-F5728DAF9F67}" dt="2023-04-27T12:00:41.454" v="11" actId="20577"/>
        <pc:sldMkLst>
          <pc:docMk/>
          <pc:sldMk cId="2758884056" sldId="2147377505"/>
        </pc:sldMkLst>
        <pc:graphicFrameChg chg="mod modGraphic">
          <ac:chgData name="Heba Salem" userId="df0d3315-5335-4730-aef4-34234f5a8f44" providerId="ADAL" clId="{87F4AB6B-125F-4E7F-B40E-F5728DAF9F67}" dt="2023-04-27T12:00:41.454" v="11" actId="20577"/>
          <ac:graphicFrameMkLst>
            <pc:docMk/>
            <pc:sldMk cId="2758884056" sldId="2147377505"/>
            <ac:graphicFrameMk id="2" creationId="{8A2F7AE3-5EA8-6837-DBC2-D7A561743EA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3C12C-B073-458A-81B9-ED2C07D6D050}" type="datetimeFigureOut">
              <a:rPr lang="en-US" smtClean="0"/>
              <a:t>27/04/2023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FC5B3-ABCA-4A5B-BAB1-0D41EFDC5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9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2F6AC-649C-48B2-ABD6-AB1B0BA61A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3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82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059AD708-DE11-9A1F-CABD-4ED46B46DA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55" y="372324"/>
            <a:ext cx="1864497" cy="6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5794F6FB-814E-36BB-FFFB-0D06574803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59" y="427808"/>
            <a:ext cx="1816779" cy="6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8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7412112-1D36-B55F-93C8-0D3780BCD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83550" y="0"/>
            <a:ext cx="6208450" cy="6858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81F0C6C-DD90-41E7-0390-A010E04C8E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59" y="427808"/>
            <a:ext cx="1816779" cy="6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67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7412112-1D36-B55F-93C8-0D3780BCD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38700" cy="6858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474B45B-3CD4-05E5-8F15-4B0083914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5900" y="918017"/>
            <a:ext cx="5461000" cy="7747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AB4C65F-DAAA-0BAB-749B-6E9B6979F17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95900" y="2104343"/>
            <a:ext cx="6451600" cy="16842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1A51A6E-6442-32C2-F45F-48603FCA8E4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95900" y="4209809"/>
            <a:ext cx="6451600" cy="2025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 err="1"/>
              <a:t>Deot</a:t>
            </a:r>
            <a:r>
              <a:rPr lang="en-US" dirty="0"/>
              <a:t>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sea fronds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</a:t>
            </a:r>
            <a:r>
              <a:rPr lang="en-US" dirty="0" err="1"/>
              <a:t>ero</a:t>
            </a:r>
            <a:r>
              <a:rPr lang="en-US" dirty="0"/>
              <a:t> </a:t>
            </a:r>
            <a:r>
              <a:rPr lang="en-US" dirty="0" err="1"/>
              <a:t>psusit</a:t>
            </a:r>
            <a:r>
              <a:rPr lang="en-US" dirty="0"/>
              <a:t> </a:t>
            </a:r>
            <a:r>
              <a:rPr lang="en-US" dirty="0" err="1"/>
              <a:t>druamet</a:t>
            </a:r>
            <a:r>
              <a:rPr lang="en-US" dirty="0"/>
              <a:t>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gradaso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 Sed diam </a:t>
            </a:r>
            <a:r>
              <a:rPr lang="en-US" dirty="0" err="1"/>
              <a:t>dnie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tempor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utony</a:t>
            </a:r>
            <a:r>
              <a:rPr lang="en-US" dirty="0"/>
              <a:t> labore </a:t>
            </a:r>
            <a:r>
              <a:rPr lang="en-US" dirty="0" err="1"/>
              <a:t>etodre</a:t>
            </a:r>
            <a:r>
              <a:rPr lang="en-US" dirty="0"/>
              <a:t> dolor </a:t>
            </a:r>
            <a:r>
              <a:rPr lang="en-US" dirty="0" err="1"/>
              <a:t>noradsa</a:t>
            </a:r>
            <a:r>
              <a:rPr lang="en-US" dirty="0"/>
              <a:t> </a:t>
            </a:r>
            <a:r>
              <a:rPr lang="en-US" dirty="0" err="1"/>
              <a:t>mirda</a:t>
            </a:r>
            <a:r>
              <a:rPr lang="en-US" dirty="0"/>
              <a:t>.</a:t>
            </a:r>
          </a:p>
        </p:txBody>
      </p:sp>
      <p:pic>
        <p:nvPicPr>
          <p:cNvPr id="5" name="Picture 4" descr="Text&#10;&#10;Description automatically generated with low confidence">
            <a:extLst>
              <a:ext uri="{FF2B5EF4-FFF2-40B4-BE49-F238E27FC236}">
                <a16:creationId xmlns:a16="http://schemas.microsoft.com/office/drawing/2014/main" id="{189EC36B-F78D-8921-6E4F-CC6934ACD3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151" y="233428"/>
            <a:ext cx="1864497" cy="6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119">
            <a:extLst>
              <a:ext uri="{FF2B5EF4-FFF2-40B4-BE49-F238E27FC236}">
                <a16:creationId xmlns:a16="http://schemas.microsoft.com/office/drawing/2014/main" id="{5FE791F2-15F0-0B5B-EFC1-5485CE98C940}"/>
              </a:ext>
            </a:extLst>
          </p:cNvPr>
          <p:cNvGrpSpPr/>
          <p:nvPr userDrawn="1"/>
        </p:nvGrpSpPr>
        <p:grpSpPr>
          <a:xfrm>
            <a:off x="4885188" y="1735310"/>
            <a:ext cx="6974682" cy="4049026"/>
            <a:chOff x="0" y="0"/>
            <a:chExt cx="11208743" cy="6507033"/>
          </a:xfrm>
        </p:grpSpPr>
        <p:sp>
          <p:nvSpPr>
            <p:cNvPr id="8" name="Shape 1110">
              <a:extLst>
                <a:ext uri="{FF2B5EF4-FFF2-40B4-BE49-F238E27FC236}">
                  <a16:creationId xmlns:a16="http://schemas.microsoft.com/office/drawing/2014/main" id="{05D16197-1EAB-FD6E-8057-28DA2C0309B0}"/>
                </a:ext>
              </a:extLst>
            </p:cNvPr>
            <p:cNvSpPr/>
            <p:nvPr/>
          </p:nvSpPr>
          <p:spPr>
            <a:xfrm>
              <a:off x="1021040" y="31416"/>
              <a:ext cx="9122679" cy="6178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077"/>
                  </a:moveTo>
                  <a:lnTo>
                    <a:pt x="0" y="869"/>
                  </a:lnTo>
                  <a:cubicBezTo>
                    <a:pt x="0" y="388"/>
                    <a:pt x="263" y="0"/>
                    <a:pt x="589" y="0"/>
                  </a:cubicBezTo>
                  <a:lnTo>
                    <a:pt x="21013" y="0"/>
                  </a:lnTo>
                  <a:cubicBezTo>
                    <a:pt x="21335" y="0"/>
                    <a:pt x="21600" y="388"/>
                    <a:pt x="21600" y="869"/>
                  </a:cubicBezTo>
                  <a:lnTo>
                    <a:pt x="21600" y="21077"/>
                  </a:lnTo>
                  <a:cubicBezTo>
                    <a:pt x="21600" y="21363"/>
                    <a:pt x="21441" y="21600"/>
                    <a:pt x="21247" y="21600"/>
                  </a:cubicBezTo>
                  <a:lnTo>
                    <a:pt x="354" y="21600"/>
                  </a:lnTo>
                  <a:cubicBezTo>
                    <a:pt x="157" y="21600"/>
                    <a:pt x="0" y="21371"/>
                    <a:pt x="0" y="21077"/>
                  </a:cubicBezTo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" name="Shape 1111">
              <a:extLst>
                <a:ext uri="{FF2B5EF4-FFF2-40B4-BE49-F238E27FC236}">
                  <a16:creationId xmlns:a16="http://schemas.microsoft.com/office/drawing/2014/main" id="{9627013B-CB41-D399-86BB-8BDB7CF3E6EB}"/>
                </a:ext>
              </a:extLst>
            </p:cNvPr>
            <p:cNvSpPr/>
            <p:nvPr/>
          </p:nvSpPr>
          <p:spPr>
            <a:xfrm>
              <a:off x="1002190" y="0"/>
              <a:ext cx="9160378" cy="6232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12" y="21600"/>
                  </a:moveTo>
                  <a:lnTo>
                    <a:pt x="388" y="21600"/>
                  </a:lnTo>
                  <a:cubicBezTo>
                    <a:pt x="193" y="21600"/>
                    <a:pt x="0" y="21316"/>
                    <a:pt x="0" y="21030"/>
                  </a:cubicBezTo>
                  <a:lnTo>
                    <a:pt x="0" y="872"/>
                  </a:lnTo>
                  <a:cubicBezTo>
                    <a:pt x="0" y="390"/>
                    <a:pt x="299" y="0"/>
                    <a:pt x="627" y="0"/>
                  </a:cubicBezTo>
                  <a:lnTo>
                    <a:pt x="20972" y="0"/>
                  </a:lnTo>
                  <a:cubicBezTo>
                    <a:pt x="21299" y="0"/>
                    <a:pt x="21600" y="390"/>
                    <a:pt x="21600" y="872"/>
                  </a:cubicBezTo>
                  <a:lnTo>
                    <a:pt x="21600" y="21030"/>
                  </a:lnTo>
                  <a:cubicBezTo>
                    <a:pt x="21600" y="21316"/>
                    <a:pt x="21409" y="21600"/>
                    <a:pt x="21212" y="21600"/>
                  </a:cubicBezTo>
                  <a:close/>
                  <a:moveTo>
                    <a:pt x="405" y="21523"/>
                  </a:moveTo>
                  <a:lnTo>
                    <a:pt x="21193" y="21523"/>
                  </a:lnTo>
                  <a:cubicBezTo>
                    <a:pt x="21388" y="21523"/>
                    <a:pt x="21546" y="21289"/>
                    <a:pt x="21546" y="21005"/>
                  </a:cubicBezTo>
                  <a:lnTo>
                    <a:pt x="21546" y="975"/>
                  </a:lnTo>
                  <a:cubicBezTo>
                    <a:pt x="21546" y="509"/>
                    <a:pt x="21289" y="131"/>
                    <a:pt x="20972" y="131"/>
                  </a:cubicBezTo>
                  <a:lnTo>
                    <a:pt x="627" y="131"/>
                  </a:lnTo>
                  <a:cubicBezTo>
                    <a:pt x="311" y="131"/>
                    <a:pt x="54" y="509"/>
                    <a:pt x="54" y="975"/>
                  </a:cubicBezTo>
                  <a:lnTo>
                    <a:pt x="54" y="21005"/>
                  </a:lnTo>
                  <a:cubicBezTo>
                    <a:pt x="54" y="21289"/>
                    <a:pt x="212" y="21523"/>
                    <a:pt x="405" y="21523"/>
                  </a:cubicBezTo>
                  <a:close/>
                </a:path>
              </a:pathLst>
            </a:custGeom>
            <a:solidFill>
              <a:srgbClr val="B4B3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" name="Shape 1112">
              <a:extLst>
                <a:ext uri="{FF2B5EF4-FFF2-40B4-BE49-F238E27FC236}">
                  <a16:creationId xmlns:a16="http://schemas.microsoft.com/office/drawing/2014/main" id="{3AE9926A-C42F-9FEC-3C0C-2F5BFD1DF83F}"/>
                </a:ext>
              </a:extLst>
            </p:cNvPr>
            <p:cNvSpPr/>
            <p:nvPr/>
          </p:nvSpPr>
          <p:spPr>
            <a:xfrm>
              <a:off x="1049315" y="62833"/>
              <a:ext cx="9064717" cy="599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081" y="0"/>
                  </a:moveTo>
                  <a:lnTo>
                    <a:pt x="519" y="0"/>
                  </a:lnTo>
                  <a:cubicBezTo>
                    <a:pt x="236" y="0"/>
                    <a:pt x="0" y="351"/>
                    <a:pt x="0" y="787"/>
                  </a:cubicBezTo>
                  <a:lnTo>
                    <a:pt x="0" y="21061"/>
                  </a:lnTo>
                  <a:cubicBezTo>
                    <a:pt x="0" y="21359"/>
                    <a:pt x="161" y="21600"/>
                    <a:pt x="356" y="21600"/>
                  </a:cubicBezTo>
                  <a:lnTo>
                    <a:pt x="21242" y="21600"/>
                  </a:lnTo>
                  <a:cubicBezTo>
                    <a:pt x="21437" y="21600"/>
                    <a:pt x="21597" y="21359"/>
                    <a:pt x="21597" y="21061"/>
                  </a:cubicBezTo>
                  <a:lnTo>
                    <a:pt x="21597" y="782"/>
                  </a:lnTo>
                  <a:cubicBezTo>
                    <a:pt x="21600" y="351"/>
                    <a:pt x="21366" y="0"/>
                    <a:pt x="21081" y="0"/>
                  </a:cubicBezTo>
                </a:path>
              </a:pathLst>
            </a:custGeom>
            <a:solidFill>
              <a:srgbClr val="181A1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dirty="0"/>
            </a:p>
          </p:txBody>
        </p:sp>
        <p:sp>
          <p:nvSpPr>
            <p:cNvPr id="11" name="Shape 1113">
              <a:extLst>
                <a:ext uri="{FF2B5EF4-FFF2-40B4-BE49-F238E27FC236}">
                  <a16:creationId xmlns:a16="http://schemas.microsoft.com/office/drawing/2014/main" id="{F5C9DAC0-DDE6-3F24-18E8-DF7B52D211A7}"/>
                </a:ext>
              </a:extLst>
            </p:cNvPr>
            <p:cNvSpPr/>
            <p:nvPr/>
          </p:nvSpPr>
          <p:spPr>
            <a:xfrm>
              <a:off x="1338348" y="455541"/>
              <a:ext cx="8484921" cy="5346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2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10802" y="21600"/>
                  </a:lnTo>
                </a:path>
              </a:pathLst>
            </a:custGeom>
            <a:solidFill>
              <a:srgbClr val="3D3D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Shape 1114">
              <a:extLst>
                <a:ext uri="{FF2B5EF4-FFF2-40B4-BE49-F238E27FC236}">
                  <a16:creationId xmlns:a16="http://schemas.microsoft.com/office/drawing/2014/main" id="{4145795C-D71B-D5DA-9578-EEF7DCD0597D}"/>
                </a:ext>
              </a:extLst>
            </p:cNvPr>
            <p:cNvSpPr/>
            <p:nvPr/>
          </p:nvSpPr>
          <p:spPr>
            <a:xfrm>
              <a:off x="5548176" y="282749"/>
              <a:ext cx="71544" cy="71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693"/>
                  </a:moveTo>
                  <a:cubicBezTo>
                    <a:pt x="21600" y="12618"/>
                    <a:pt x="21168" y="14329"/>
                    <a:pt x="20088" y="16040"/>
                  </a:cubicBezTo>
                  <a:cubicBezTo>
                    <a:pt x="19224" y="17750"/>
                    <a:pt x="18144" y="19034"/>
                    <a:pt x="16416" y="20103"/>
                  </a:cubicBezTo>
                  <a:cubicBezTo>
                    <a:pt x="14472" y="20958"/>
                    <a:pt x="12960" y="21600"/>
                    <a:pt x="11016" y="21600"/>
                  </a:cubicBezTo>
                  <a:cubicBezTo>
                    <a:pt x="9072" y="21600"/>
                    <a:pt x="7344" y="20958"/>
                    <a:pt x="5616" y="20103"/>
                  </a:cubicBezTo>
                  <a:cubicBezTo>
                    <a:pt x="3672" y="19034"/>
                    <a:pt x="2376" y="17750"/>
                    <a:pt x="1512" y="16040"/>
                  </a:cubicBezTo>
                  <a:cubicBezTo>
                    <a:pt x="432" y="14329"/>
                    <a:pt x="0" y="12618"/>
                    <a:pt x="0" y="10693"/>
                  </a:cubicBezTo>
                  <a:cubicBezTo>
                    <a:pt x="0" y="8768"/>
                    <a:pt x="432" y="7057"/>
                    <a:pt x="1512" y="5347"/>
                  </a:cubicBezTo>
                  <a:cubicBezTo>
                    <a:pt x="2376" y="3636"/>
                    <a:pt x="3672" y="2352"/>
                    <a:pt x="5616" y="1497"/>
                  </a:cubicBezTo>
                  <a:cubicBezTo>
                    <a:pt x="7344" y="428"/>
                    <a:pt x="9072" y="0"/>
                    <a:pt x="11016" y="0"/>
                  </a:cubicBezTo>
                  <a:cubicBezTo>
                    <a:pt x="12960" y="0"/>
                    <a:pt x="14472" y="428"/>
                    <a:pt x="16416" y="1497"/>
                  </a:cubicBezTo>
                  <a:cubicBezTo>
                    <a:pt x="18144" y="2352"/>
                    <a:pt x="19224" y="3636"/>
                    <a:pt x="20088" y="5347"/>
                  </a:cubicBezTo>
                  <a:cubicBezTo>
                    <a:pt x="21168" y="7057"/>
                    <a:pt x="21600" y="8768"/>
                    <a:pt x="21600" y="10693"/>
                  </a:cubicBezTo>
                </a:path>
              </a:pathLst>
            </a:custGeom>
            <a:solidFill>
              <a:srgbClr val="4C4D4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" name="Shape 1115">
              <a:extLst>
                <a:ext uri="{FF2B5EF4-FFF2-40B4-BE49-F238E27FC236}">
                  <a16:creationId xmlns:a16="http://schemas.microsoft.com/office/drawing/2014/main" id="{90BF2C90-BF17-D9E9-9870-D7FAC0F15D19}"/>
                </a:ext>
              </a:extLst>
            </p:cNvPr>
            <p:cNvSpPr/>
            <p:nvPr/>
          </p:nvSpPr>
          <p:spPr>
            <a:xfrm>
              <a:off x="5548176" y="284103"/>
              <a:ext cx="55835" cy="54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76" extrusionOk="0">
                  <a:moveTo>
                    <a:pt x="0" y="12380"/>
                  </a:moveTo>
                  <a:cubicBezTo>
                    <a:pt x="0" y="13502"/>
                    <a:pt x="0" y="14624"/>
                    <a:pt x="831" y="16588"/>
                  </a:cubicBezTo>
                  <a:cubicBezTo>
                    <a:pt x="3046" y="19393"/>
                    <a:pt x="6646" y="21076"/>
                    <a:pt x="9969" y="21076"/>
                  </a:cubicBezTo>
                  <a:cubicBezTo>
                    <a:pt x="16338" y="21076"/>
                    <a:pt x="21600" y="16027"/>
                    <a:pt x="21600" y="10136"/>
                  </a:cubicBezTo>
                  <a:cubicBezTo>
                    <a:pt x="21600" y="5928"/>
                    <a:pt x="19385" y="1720"/>
                    <a:pt x="15785" y="37"/>
                  </a:cubicBezTo>
                  <a:cubicBezTo>
                    <a:pt x="15231" y="37"/>
                    <a:pt x="14123" y="37"/>
                    <a:pt x="13569" y="37"/>
                  </a:cubicBezTo>
                  <a:cubicBezTo>
                    <a:pt x="5815" y="-524"/>
                    <a:pt x="0" y="5367"/>
                    <a:pt x="0" y="12380"/>
                  </a:cubicBezTo>
                </a:path>
              </a:pathLst>
            </a:custGeom>
            <a:solidFill>
              <a:srgbClr val="0E0D0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" name="Shape 1116">
              <a:extLst>
                <a:ext uri="{FF2B5EF4-FFF2-40B4-BE49-F238E27FC236}">
                  <a16:creationId xmlns:a16="http://schemas.microsoft.com/office/drawing/2014/main" id="{81C27C25-AF7B-966E-D9AD-B3C525AE2A27}"/>
                </a:ext>
              </a:extLst>
            </p:cNvPr>
            <p:cNvSpPr/>
            <p:nvPr/>
          </p:nvSpPr>
          <p:spPr>
            <a:xfrm>
              <a:off x="534" y="6356947"/>
              <a:ext cx="11207853" cy="150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600" extrusionOk="0">
                  <a:moveTo>
                    <a:pt x="20352" y="21600"/>
                  </a:moveTo>
                  <a:cubicBezTo>
                    <a:pt x="13789" y="21600"/>
                    <a:pt x="7801" y="21600"/>
                    <a:pt x="1239" y="21600"/>
                  </a:cubicBezTo>
                  <a:cubicBezTo>
                    <a:pt x="815" y="17280"/>
                    <a:pt x="193" y="5451"/>
                    <a:pt x="3" y="720"/>
                  </a:cubicBezTo>
                  <a:cubicBezTo>
                    <a:pt x="-1" y="720"/>
                    <a:pt x="-1" y="0"/>
                    <a:pt x="3" y="0"/>
                  </a:cubicBezTo>
                  <a:cubicBezTo>
                    <a:pt x="7200" y="0"/>
                    <a:pt x="14398" y="0"/>
                    <a:pt x="21596" y="0"/>
                  </a:cubicBezTo>
                  <a:cubicBezTo>
                    <a:pt x="21599" y="0"/>
                    <a:pt x="21599" y="411"/>
                    <a:pt x="21596" y="720"/>
                  </a:cubicBezTo>
                  <a:cubicBezTo>
                    <a:pt x="21510" y="4114"/>
                    <a:pt x="20891" y="19851"/>
                    <a:pt x="20352" y="21600"/>
                  </a:cubicBezTo>
                </a:path>
              </a:pathLst>
            </a:custGeom>
            <a:solidFill>
              <a:srgbClr val="AFBA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Shape 1117">
              <a:extLst>
                <a:ext uri="{FF2B5EF4-FFF2-40B4-BE49-F238E27FC236}">
                  <a16:creationId xmlns:a16="http://schemas.microsoft.com/office/drawing/2014/main" id="{06FF9BFD-81B8-0E8F-BB3B-D46C89307D7C}"/>
                </a:ext>
              </a:extLst>
            </p:cNvPr>
            <p:cNvSpPr/>
            <p:nvPr/>
          </p:nvSpPr>
          <p:spPr>
            <a:xfrm>
              <a:off x="0" y="6182792"/>
              <a:ext cx="11208743" cy="178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7" y="21600"/>
                  </a:moveTo>
                  <a:lnTo>
                    <a:pt x="4" y="21600"/>
                  </a:lnTo>
                  <a:cubicBezTo>
                    <a:pt x="0" y="21600"/>
                    <a:pt x="0" y="21600"/>
                    <a:pt x="0" y="21429"/>
                  </a:cubicBezTo>
                  <a:lnTo>
                    <a:pt x="0" y="3600"/>
                  </a:lnTo>
                  <a:cubicBezTo>
                    <a:pt x="0" y="1629"/>
                    <a:pt x="26" y="0"/>
                    <a:pt x="58" y="0"/>
                  </a:cubicBezTo>
                  <a:lnTo>
                    <a:pt x="21542" y="0"/>
                  </a:lnTo>
                  <a:cubicBezTo>
                    <a:pt x="21574" y="0"/>
                    <a:pt x="21600" y="1629"/>
                    <a:pt x="21600" y="3600"/>
                  </a:cubicBezTo>
                  <a:cubicBezTo>
                    <a:pt x="21600" y="3600"/>
                    <a:pt x="21600" y="21600"/>
                    <a:pt x="21597" y="21600"/>
                  </a:cubicBezTo>
                </a:path>
              </a:pathLst>
            </a:custGeom>
            <a:solidFill>
              <a:srgbClr val="E7E7E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" name="Shape 1118">
              <a:extLst>
                <a:ext uri="{FF2B5EF4-FFF2-40B4-BE49-F238E27FC236}">
                  <a16:creationId xmlns:a16="http://schemas.microsoft.com/office/drawing/2014/main" id="{F0E1FDAE-3974-7717-DC87-964C3967DE38}"/>
                </a:ext>
              </a:extLst>
            </p:cNvPr>
            <p:cNvSpPr/>
            <p:nvPr/>
          </p:nvSpPr>
          <p:spPr>
            <a:xfrm>
              <a:off x="4841303" y="6182792"/>
              <a:ext cx="1522995" cy="903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0800"/>
                  </a:lnTo>
                  <a:cubicBezTo>
                    <a:pt x="0" y="16971"/>
                    <a:pt x="384" y="21600"/>
                    <a:pt x="828" y="21600"/>
                  </a:cubicBezTo>
                  <a:lnTo>
                    <a:pt x="20772" y="21600"/>
                  </a:lnTo>
                  <a:cubicBezTo>
                    <a:pt x="21236" y="21600"/>
                    <a:pt x="21600" y="16971"/>
                    <a:pt x="21600" y="10800"/>
                  </a:cubicBezTo>
                  <a:lnTo>
                    <a:pt x="21600" y="0"/>
                  </a:lnTo>
                  <a:lnTo>
                    <a:pt x="0" y="0"/>
                  </a:lnTo>
                </a:path>
              </a:pathLst>
            </a:custGeom>
            <a:solidFill>
              <a:srgbClr val="AFBA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49262">
                <a:lnSpc>
                  <a:spcPct val="93000"/>
                </a:lnSpc>
                <a:def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7" name="Bildplatzhalter 1">
            <a:extLst>
              <a:ext uri="{FF2B5EF4-FFF2-40B4-BE49-F238E27FC236}">
                <a16:creationId xmlns:a16="http://schemas.microsoft.com/office/drawing/2014/main" id="{C5A9B512-9787-AC17-D413-914CF091CB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9977" y="2005088"/>
            <a:ext cx="5277777" cy="3304318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1D0CBE75-8177-E18C-AA33-20FAC8921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600" y="597963"/>
            <a:ext cx="5461000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B021CD41-7CAE-DA43-381C-E304805FDC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19" y="2032403"/>
            <a:ext cx="4186099" cy="29910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pic>
        <p:nvPicPr>
          <p:cNvPr id="21" name="Picture 2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9E9DF83-2DCD-44C8-F3A4-E59F934B5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869" y="369934"/>
            <a:ext cx="1816779" cy="6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6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95987B5-6BA2-B369-6783-C080F1884B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14800" cy="27813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DDD0BF-DA08-A09F-2665-73D6C4243C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00" y="0"/>
            <a:ext cx="4038600" cy="27813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3A956AA4-0C17-84F0-C8CA-91B24A48FE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3400" y="0"/>
            <a:ext cx="4038600" cy="27813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B7789CF-A869-8D39-2063-885D02DB68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00" y="3100617"/>
            <a:ext cx="4864100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E236AF7-A0BF-03F9-2E9C-1842262F78B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4500" y="4269932"/>
            <a:ext cx="5499100" cy="19530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208E8985-0DDC-FCA3-6FFB-69203CC0E42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3402" y="3100167"/>
            <a:ext cx="4864100" cy="3249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1552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95987B5-6BA2-B369-6783-C080F1884B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14800" cy="27813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1DDD0BF-DA08-A09F-2665-73D6C4243C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00" y="0"/>
            <a:ext cx="4038600" cy="27813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3A956AA4-0C17-84F0-C8CA-91B24A48FE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3400" y="0"/>
            <a:ext cx="4038600" cy="27813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B7789CF-A869-8D39-2063-885D02DB68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00" y="3100617"/>
            <a:ext cx="4864100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E236AF7-A0BF-03F9-2E9C-1842262F78B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4500" y="4269932"/>
            <a:ext cx="5499100" cy="19530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208E8985-0DDC-FCA3-6FFB-69203CC0E42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3402" y="3100167"/>
            <a:ext cx="4864100" cy="3249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9610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9005EED-E49A-EC88-AB07-CD7772D4C9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81954" y="0"/>
            <a:ext cx="3210046" cy="3429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0C8036E5-7F5A-BA25-3792-6CFB561959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81954" y="3599727"/>
            <a:ext cx="3210046" cy="3258273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5A828849-7862-11B1-5C6D-1CF800CA6D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7776" y="0"/>
            <a:ext cx="3210046" cy="402799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2716BAE5-5C03-1275-6F1E-4A0556BE2C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57776" y="4209327"/>
            <a:ext cx="3210046" cy="2648673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5D9237-DA95-EF00-CF11-5E158F75EF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555" y="1419409"/>
            <a:ext cx="4252118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4D4E51F7-A823-4A50-631C-76395A4A8F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5565" y="2804644"/>
            <a:ext cx="4186099" cy="31762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pic>
        <p:nvPicPr>
          <p:cNvPr id="21" name="Picture 20" descr="Text&#10;&#10;Description automatically generated with low confidence">
            <a:extLst>
              <a:ext uri="{FF2B5EF4-FFF2-40B4-BE49-F238E27FC236}">
                <a16:creationId xmlns:a16="http://schemas.microsoft.com/office/drawing/2014/main" id="{14686B46-2A49-BD0B-8133-8C1164D767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55" y="372324"/>
            <a:ext cx="1864497" cy="6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0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9005EED-E49A-EC88-AB07-CD7772D4C9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81954" y="0"/>
            <a:ext cx="3210046" cy="3429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0C8036E5-7F5A-BA25-3792-6CFB561959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81954" y="3599727"/>
            <a:ext cx="3210046" cy="3258273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5A828849-7862-11B1-5C6D-1CF800CA6D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7776" y="0"/>
            <a:ext cx="3210046" cy="402799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2716BAE5-5C03-1275-6F1E-4A0556BE2C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57776" y="4209327"/>
            <a:ext cx="3210046" cy="2648673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5D9237-DA95-EF00-CF11-5E158F75EF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546" y="1488857"/>
            <a:ext cx="4252118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4D4E51F7-A823-4A50-631C-76395A4A8F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5565" y="2804644"/>
            <a:ext cx="4186099" cy="31762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pic>
        <p:nvPicPr>
          <p:cNvPr id="2" name="Picture 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60879CE-2E2C-1FF2-C838-BD69A67DF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94" y="395915"/>
            <a:ext cx="1816779" cy="6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0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EA0E7EE-16D1-32B5-A799-92A94CBB4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C92F41C-049D-DF79-F266-5B5AC3B6F0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3861450-EE0D-1AAC-F286-ABB6A9ECFA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43" y="1376035"/>
            <a:ext cx="4252118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ABF3B5A7-D65C-810E-B626-E41E4C18296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57208" y="4018385"/>
            <a:ext cx="5573583" cy="22502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pic>
        <p:nvPicPr>
          <p:cNvPr id="15" name="Picture 14" descr="Text&#10;&#10;Description automatically generated with low confidence">
            <a:extLst>
              <a:ext uri="{FF2B5EF4-FFF2-40B4-BE49-F238E27FC236}">
                <a16:creationId xmlns:a16="http://schemas.microsoft.com/office/drawing/2014/main" id="{7420D48C-61E0-283E-7549-97D2E825DF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55" y="372324"/>
            <a:ext cx="1864497" cy="6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5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EA0E7EE-16D1-32B5-A799-92A94CBB4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C92F41C-049D-DF79-F266-5B5AC3B6F0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3861450-EE0D-1AAC-F286-ABB6A9ECFA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43" y="1376035"/>
            <a:ext cx="4252118" cy="849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ABF3B5A7-D65C-810E-B626-E41E4C18296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57208" y="4018385"/>
            <a:ext cx="5573583" cy="22502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fosduo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wetoma</a:t>
            </a:r>
            <a:r>
              <a:rPr lang="en-US" dirty="0"/>
              <a:t> jam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kuasd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nosotra</a:t>
            </a:r>
            <a:r>
              <a:rPr lang="en-US" dirty="0"/>
              <a:t> </a:t>
            </a:r>
            <a:r>
              <a:rPr lang="en-US" dirty="0" err="1"/>
              <a:t>seansa</a:t>
            </a:r>
            <a:r>
              <a:rPr lang="en-US" dirty="0"/>
              <a:t>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amet. Lorem </a:t>
            </a:r>
            <a:r>
              <a:rPr lang="en-US" dirty="0" err="1"/>
              <a:t>eso</a:t>
            </a:r>
            <a:r>
              <a:rPr lang="en-US" dirty="0"/>
              <a:t> ipsum dolor sit amet, </a:t>
            </a:r>
            <a:r>
              <a:rPr lang="en-US" dirty="0" err="1"/>
              <a:t>deras</a:t>
            </a:r>
            <a:r>
              <a:rPr lang="en-US" dirty="0"/>
              <a:t>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idas</a:t>
            </a:r>
            <a:r>
              <a:rPr lang="en-US" dirty="0"/>
              <a:t> </a:t>
            </a:r>
            <a:r>
              <a:rPr lang="en-US" dirty="0" err="1"/>
              <a:t>brotas</a:t>
            </a:r>
            <a:r>
              <a:rPr lang="en-US" dirty="0"/>
              <a:t> </a:t>
            </a:r>
            <a:r>
              <a:rPr lang="en-US" dirty="0" err="1"/>
              <a:t>geras</a:t>
            </a:r>
            <a:r>
              <a:rPr lang="en-US" dirty="0"/>
              <a:t> </a:t>
            </a:r>
            <a:r>
              <a:rPr lang="en-US" dirty="0" err="1"/>
              <a:t>elitromas</a:t>
            </a:r>
            <a:r>
              <a:rPr lang="en-US" dirty="0"/>
              <a:t>.</a:t>
            </a:r>
          </a:p>
        </p:txBody>
      </p:sp>
      <p:pic>
        <p:nvPicPr>
          <p:cNvPr id="15" name="Picture 14" descr="Text&#10;&#10;Description automatically generated with low confidence">
            <a:extLst>
              <a:ext uri="{FF2B5EF4-FFF2-40B4-BE49-F238E27FC236}">
                <a16:creationId xmlns:a16="http://schemas.microsoft.com/office/drawing/2014/main" id="{7420D48C-61E0-283E-7549-97D2E825DF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55" y="372324"/>
            <a:ext cx="1864497" cy="6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18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arrow&#10;&#10;Description automatically generated">
            <a:extLst>
              <a:ext uri="{FF2B5EF4-FFF2-40B4-BE49-F238E27FC236}">
                <a16:creationId xmlns:a16="http://schemas.microsoft.com/office/drawing/2014/main" id="{94EFB304-1229-5CB1-C9C5-775D937AE8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980" y="390832"/>
            <a:ext cx="7861019" cy="6467168"/>
          </a:xfrm>
          <a:prstGeom prst="rect">
            <a:avLst/>
          </a:prstGeom>
        </p:spPr>
      </p:pic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5EE5880-5330-943E-B288-7E39275AF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8" y="700549"/>
            <a:ext cx="2292696" cy="791441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C4515-719D-44BD-898D-5A45C2BB7B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99086" y="1876362"/>
            <a:ext cx="4192599" cy="4192599"/>
          </a:xfrm>
          <a:custGeom>
            <a:avLst/>
            <a:gdLst>
              <a:gd name="connsiteX0" fmla="*/ 692332 w 1384664"/>
              <a:gd name="connsiteY0" fmla="*/ 0 h 1384664"/>
              <a:gd name="connsiteX1" fmla="*/ 1384664 w 1384664"/>
              <a:gd name="connsiteY1" fmla="*/ 692332 h 1384664"/>
              <a:gd name="connsiteX2" fmla="*/ 692332 w 1384664"/>
              <a:gd name="connsiteY2" fmla="*/ 1384664 h 1384664"/>
              <a:gd name="connsiteX3" fmla="*/ 0 w 1384664"/>
              <a:gd name="connsiteY3" fmla="*/ 692332 h 1384664"/>
              <a:gd name="connsiteX4" fmla="*/ 692332 w 1384664"/>
              <a:gd name="connsiteY4" fmla="*/ 0 h 138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4664" h="1384664">
                <a:moveTo>
                  <a:pt x="692332" y="0"/>
                </a:moveTo>
                <a:cubicBezTo>
                  <a:pt x="1074696" y="0"/>
                  <a:pt x="1384664" y="309968"/>
                  <a:pt x="1384664" y="692332"/>
                </a:cubicBezTo>
                <a:cubicBezTo>
                  <a:pt x="1384664" y="1074696"/>
                  <a:pt x="1074696" y="1384664"/>
                  <a:pt x="692332" y="1384664"/>
                </a:cubicBezTo>
                <a:cubicBezTo>
                  <a:pt x="309968" y="1384664"/>
                  <a:pt x="0" y="1074696"/>
                  <a:pt x="0" y="692332"/>
                </a:cubicBezTo>
                <a:cubicBezTo>
                  <a:pt x="0" y="309968"/>
                  <a:pt x="309968" y="0"/>
                  <a:pt x="692332" y="0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419100" dist="292100" dir="8100000" algn="ctr" rotWithShape="0">
              <a:srgbClr val="000000">
                <a:alpha val="41000"/>
              </a:srgbClr>
            </a:outerShdw>
          </a:effectLst>
        </p:spPr>
        <p:txBody>
          <a:bodyPr wrap="square"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416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57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5" r:id="rId3"/>
    <p:sldLayoutId id="2147483649" r:id="rId4"/>
    <p:sldLayoutId id="2147483663" r:id="rId5"/>
    <p:sldLayoutId id="2147483650" r:id="rId6"/>
    <p:sldLayoutId id="2147483651" r:id="rId7"/>
    <p:sldLayoutId id="2147483667" r:id="rId8"/>
    <p:sldLayoutId id="2147483652" r:id="rId9"/>
    <p:sldLayoutId id="2147483668" r:id="rId10"/>
    <p:sldLayoutId id="2147483653" r:id="rId11"/>
    <p:sldLayoutId id="214748366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>
            <a:extLst>
              <a:ext uri="{FF2B5EF4-FFF2-40B4-BE49-F238E27FC236}">
                <a16:creationId xmlns:a16="http://schemas.microsoft.com/office/drawing/2014/main" id="{9F78D4B5-5BBD-0454-559C-0BB82A4B74BE}"/>
              </a:ext>
            </a:extLst>
          </p:cNvPr>
          <p:cNvSpPr txBox="1"/>
          <p:nvPr/>
        </p:nvSpPr>
        <p:spPr>
          <a:xfrm>
            <a:off x="642984" y="2584718"/>
            <a:ext cx="4896682" cy="997196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540"/>
              </a:spcBef>
            </a:pPr>
            <a:r>
              <a:rPr lang="en-US" sz="4400" b="1" dirty="0">
                <a:solidFill>
                  <a:srgbClr val="00B0F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Career Growth</a:t>
            </a:r>
          </a:p>
          <a:p>
            <a:pPr marL="12700" marR="5080">
              <a:lnSpc>
                <a:spcPts val="3200"/>
              </a:lnSpc>
              <a:spcBef>
                <a:spcPts val="540"/>
              </a:spcBef>
            </a:pPr>
            <a:r>
              <a:rPr lang="en-US" sz="4400" b="1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&amp; DEVELOPMENT</a:t>
            </a: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AA73C45F-279C-722B-534F-92721C3088AA}"/>
              </a:ext>
            </a:extLst>
          </p:cNvPr>
          <p:cNvSpPr txBox="1"/>
          <p:nvPr/>
        </p:nvSpPr>
        <p:spPr>
          <a:xfrm>
            <a:off x="745198" y="4371110"/>
            <a:ext cx="4199081" cy="889987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ctr">
              <a:lnSpc>
                <a:spcPts val="3200"/>
              </a:lnSpc>
              <a:spcBef>
                <a:spcPts val="540"/>
              </a:spcBef>
            </a:pPr>
            <a:r>
              <a:rPr lang="en-US" sz="2800" b="1" dirty="0">
                <a:solidFill>
                  <a:schemeClr val="bg1"/>
                </a:solidFill>
                <a:latin typeface="Graphik Regular" panose="020B0503030202060203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Get in the driver seat and drive your career!</a:t>
            </a:r>
          </a:p>
        </p:txBody>
      </p: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BB98C18-9C28-1DB0-70FA-2EC00216D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1" y="836360"/>
            <a:ext cx="2778562" cy="959163"/>
          </a:xfrm>
          <a:prstGeom prst="rect">
            <a:avLst/>
          </a:prstGeom>
        </p:spPr>
      </p:pic>
      <p:pic>
        <p:nvPicPr>
          <p:cNvPr id="3" name="Picture 2" descr="A picture containing bicycle, person, outdoor, yellow&#10;&#10;Description automatically generated">
            <a:extLst>
              <a:ext uri="{FF2B5EF4-FFF2-40B4-BE49-F238E27FC236}">
                <a16:creationId xmlns:a16="http://schemas.microsoft.com/office/drawing/2014/main" id="{71F1FABE-8BE3-3679-A8D9-5287A9E1D0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6" r="6250"/>
          <a:stretch/>
        </p:blipFill>
        <p:spPr>
          <a:xfrm>
            <a:off x="6020526" y="0"/>
            <a:ext cx="6171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3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79;p2">
            <a:extLst>
              <a:ext uri="{FF2B5EF4-FFF2-40B4-BE49-F238E27FC236}">
                <a16:creationId xmlns:a16="http://schemas.microsoft.com/office/drawing/2014/main" id="{8A2F7AE3-5EA8-6837-DBC2-D7A561743E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197075"/>
              </p:ext>
            </p:extLst>
          </p:nvPr>
        </p:nvGraphicFramePr>
        <p:xfrm>
          <a:off x="375920" y="978072"/>
          <a:ext cx="8778162" cy="47488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77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Sample Questions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Would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you share the key highlights of your own career journey.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What would you say were key factors that helped you succeed in your path?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What were the key enablers to your success?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What was the role your different LMs played in your development?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I’m sure the road to success is not always bright and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rosey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….how did challenges or even failure help you develop and grow your capabilities?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In our Career Growth Model, we speak about Technical Excellence and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Behavioural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 Competencies, what did you find was the best way for you to acquire mastery?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What helped you excel in your functional area and sharpened your expertise?​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What did you do to Gain varied depth and breadth in your business?​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Can you share an example of critical experience you gained as a leader that strengthened your leadership behaviors to influence, inspire, and bring others along, staying focused on what matters. ​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We recognize that the external market is highly volatile and dynamic, which  brings also quite a lot of changes within the organization, whether it is new organizational structures, new geolocation, new skill sets…..what role did these factors play in your growth?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What advise would you give your younger self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lang="en-US" sz="12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88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10970E6-3EF9-79BC-6A90-2E8D3DB51CE1}"/>
              </a:ext>
            </a:extLst>
          </p:cNvPr>
          <p:cNvSpPr txBox="1"/>
          <p:nvPr/>
        </p:nvSpPr>
        <p:spPr>
          <a:xfrm>
            <a:off x="571963" y="4226361"/>
            <a:ext cx="25632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raphik Semibold" panose="020B070303020206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Speaker’s Name</a:t>
            </a:r>
          </a:p>
          <a:p>
            <a:r>
              <a:rPr lang="en-US" sz="1600" i="1" dirty="0">
                <a:solidFill>
                  <a:schemeClr val="bg1"/>
                </a:solidFill>
                <a:latin typeface="Graphik Regular" panose="020B050303020206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Position</a:t>
            </a:r>
            <a:endParaRPr lang="id-ID" sz="1600" i="1" dirty="0">
              <a:solidFill>
                <a:schemeClr val="bg1"/>
              </a:solidFill>
              <a:latin typeface="Graphik Regular" panose="020B05030302020602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5204777-D3A5-2399-1392-A44074EC93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32716" y="1910274"/>
            <a:ext cx="4501547" cy="4501547"/>
          </a:xfrm>
        </p:spPr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B53B0AFA-87A1-7A57-D00F-3D9B72400873}"/>
              </a:ext>
            </a:extLst>
          </p:cNvPr>
          <p:cNvSpPr txBox="1"/>
          <p:nvPr/>
        </p:nvSpPr>
        <p:spPr>
          <a:xfrm>
            <a:off x="571963" y="2631639"/>
            <a:ext cx="4896682" cy="997196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540"/>
              </a:spcBef>
            </a:pPr>
            <a:r>
              <a:rPr lang="en-US" sz="4000" b="1" dirty="0">
                <a:solidFill>
                  <a:srgbClr val="00B0F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Career Growth</a:t>
            </a:r>
          </a:p>
          <a:p>
            <a:pPr marL="12700" marR="5080">
              <a:lnSpc>
                <a:spcPts val="3200"/>
              </a:lnSpc>
              <a:spcBef>
                <a:spcPts val="540"/>
              </a:spcBef>
            </a:pPr>
            <a:r>
              <a:rPr lang="en-US" sz="4000" b="1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963809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ysClr val="windowText" lastClr="000000"/>
      </a:dk1>
      <a:lt1>
        <a:sysClr val="window" lastClr="FFFFFF"/>
      </a:lt1>
      <a:dk2>
        <a:srgbClr val="242F6F"/>
      </a:dk2>
      <a:lt2>
        <a:srgbClr val="E7E6E6"/>
      </a:lt2>
      <a:accent1>
        <a:srgbClr val="242F6F"/>
      </a:accent1>
      <a:accent2>
        <a:srgbClr val="ED7D31"/>
      </a:accent2>
      <a:accent3>
        <a:srgbClr val="A5A5A5"/>
      </a:accent3>
      <a:accent4>
        <a:srgbClr val="009FE3"/>
      </a:accent4>
      <a:accent5>
        <a:srgbClr val="0080C9"/>
      </a:accent5>
      <a:accent6>
        <a:srgbClr val="00B0F0"/>
      </a:accent6>
      <a:hlink>
        <a:srgbClr val="009FE3"/>
      </a:hlink>
      <a:folHlink>
        <a:srgbClr val="009FE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248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Graphik Regular</vt:lpstr>
      <vt:lpstr>Graphik Semibold</vt:lpstr>
      <vt:lpstr>Open Sans Extrabold</vt:lpstr>
      <vt:lpstr>Office Theme</vt:lpstr>
      <vt:lpstr>PowerPoint Presentation</vt:lpstr>
      <vt:lpstr>PowerPoint Presentation</vt:lpstr>
      <vt:lpstr>PowerPoint Presentation</vt:lpstr>
    </vt:vector>
  </TitlesOfParts>
  <Company>Al Futtaim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Judi Bou Hanna</dc:creator>
  <cp:lastModifiedBy>Heba Salem</cp:lastModifiedBy>
  <cp:revision>12</cp:revision>
  <dcterms:created xsi:type="dcterms:W3CDTF">2023-04-11T07:54:54Z</dcterms:created>
  <dcterms:modified xsi:type="dcterms:W3CDTF">2023-04-27T12:00:52Z</dcterms:modified>
</cp:coreProperties>
</file>