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256" r:id="rId5"/>
    <p:sldId id="257" r:id="rId6"/>
    <p:sldId id="293" r:id="rId7"/>
    <p:sldId id="334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275" r:id="rId29"/>
  </p:sldIdLst>
  <p:sldSz cx="118872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86A720-AAAE-914D-BBF8-4194AAB32409}">
          <p14:sldIdLst>
            <p14:sldId id="256"/>
            <p14:sldId id="257"/>
            <p14:sldId id="293"/>
            <p14:sldId id="334"/>
          </p14:sldIdLst>
        </p14:section>
        <p14:section name="Category 1" id="{4D813BC7-EFC0-DA43-A1BD-DFE9112EEAF4}">
          <p14:sldIdLst>
            <p14:sldId id="304"/>
            <p14:sldId id="305"/>
            <p14:sldId id="306"/>
            <p14:sldId id="307"/>
            <p14:sldId id="308"/>
          </p14:sldIdLst>
        </p14:section>
        <p14:section name="Category 2" id="{DA7ADBB2-95B5-A34D-9823-AF1B988D6E35}">
          <p14:sldIdLst>
            <p14:sldId id="309"/>
            <p14:sldId id="310"/>
            <p14:sldId id="311"/>
            <p14:sldId id="312"/>
            <p14:sldId id="313"/>
          </p14:sldIdLst>
        </p14:section>
        <p14:section name="Category 3" id="{66DBEA55-2403-7C43-9A00-84146E613B90}">
          <p14:sldIdLst>
            <p14:sldId id="314"/>
            <p14:sldId id="315"/>
            <p14:sldId id="316"/>
            <p14:sldId id="317"/>
            <p14:sldId id="318"/>
          </p14:sldIdLst>
        </p14:section>
        <p14:section name="Category 4" id="{368162DD-0687-754F-ADC7-00D724AFC285}">
          <p14:sldIdLst>
            <p14:sldId id="319"/>
            <p14:sldId id="320"/>
            <p14:sldId id="321"/>
            <p14:sldId id="322"/>
            <p14:sldId id="323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7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1D5A"/>
    <a:srgbClr val="F7CE4C"/>
    <a:srgbClr val="E4B200"/>
    <a:srgbClr val="622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5486D8-7F6D-493A-2BFE-267DA3AD8C9D}" v="52" dt="2021-06-14T14:08:04.501"/>
    <p1510:client id="{70510C78-A1B3-D048-83D4-452235E8EE16}" v="848" dt="2021-06-14T17:49:32.9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84" y="62"/>
      </p:cViewPr>
      <p:guideLst>
        <p:guide orient="horz" pos="2160"/>
        <p:guide pos="3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402E63-FEC6-6D4E-A0AF-A8B28BA6E57D}" type="datetimeFigureOut">
              <a:rPr lang="en-US" smtClean="0"/>
              <a:t>25/05/2023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54063" y="1143000"/>
            <a:ext cx="5349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05E12C-269D-314A-956B-49083AF06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439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5E12C-269D-314A-956B-49083AF06AC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660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2130428"/>
            <a:ext cx="1010412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3080" y="3886200"/>
            <a:ext cx="832104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25/05/2023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1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25/05/2023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3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007" y="4406903"/>
            <a:ext cx="1010412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9007" y="2906713"/>
            <a:ext cx="1010412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25/05/2023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52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1600203"/>
            <a:ext cx="525018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2660" y="1600203"/>
            <a:ext cx="525018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25/05/2023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01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35113"/>
            <a:ext cx="525224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60" y="2174875"/>
            <a:ext cx="525224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38534" y="1535113"/>
            <a:ext cx="525430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38534" y="2174875"/>
            <a:ext cx="52543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25/05/2023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4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25/05/2023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6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25/05/2023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2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0AA32-125F-2C77-B448-07A85F05F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5B254E-F43B-3690-FC64-4BB125CBD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25/05/2023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9C666-95FB-8808-DD0B-65D99E262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C9B136-7B0C-F51A-A36A-951BCAAD4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90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2" y="273050"/>
            <a:ext cx="391080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7565" y="273053"/>
            <a:ext cx="664527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2" y="1435103"/>
            <a:ext cx="391080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25/05/2023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16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9974" y="4800600"/>
            <a:ext cx="713232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29974" y="612775"/>
            <a:ext cx="713232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29974" y="5367338"/>
            <a:ext cx="713232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25/05/2023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74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25/05/2023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98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18220" y="274641"/>
            <a:ext cx="267462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74641"/>
            <a:ext cx="782574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25/05/2023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4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360" y="274638"/>
            <a:ext cx="1069848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600203"/>
            <a:ext cx="106984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360" y="6356353"/>
            <a:ext cx="2773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ECD78-3C8E-49F2-8FAB-59489D168ABB}" type="datetimeFigureOut">
              <a:rPr lang="en-US" smtClean="0"/>
              <a:t>25/05/2023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61460" y="6356353"/>
            <a:ext cx="3764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19160" y="6356353"/>
            <a:ext cx="2773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11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4.xml"/><Relationship Id="rId18" Type="http://schemas.openxmlformats.org/officeDocument/2006/relationships/slide" Target="slide19.xml"/><Relationship Id="rId3" Type="http://schemas.openxmlformats.org/officeDocument/2006/relationships/slide" Target="slide25.xml"/><Relationship Id="rId21" Type="http://schemas.openxmlformats.org/officeDocument/2006/relationships/slide" Target="slide22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17" Type="http://schemas.openxmlformats.org/officeDocument/2006/relationships/slide" Target="slide18.xml"/><Relationship Id="rId2" Type="http://schemas.openxmlformats.org/officeDocument/2006/relationships/notesSlide" Target="../notesSlides/notesSlide1.xml"/><Relationship Id="rId16" Type="http://schemas.openxmlformats.org/officeDocument/2006/relationships/slide" Target="slide17.xml"/><Relationship Id="rId20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5" Type="http://schemas.openxmlformats.org/officeDocument/2006/relationships/slide" Target="slide16.xml"/><Relationship Id="rId23" Type="http://schemas.openxmlformats.org/officeDocument/2006/relationships/slide" Target="slide24.xml"/><Relationship Id="rId10" Type="http://schemas.openxmlformats.org/officeDocument/2006/relationships/slide" Target="slide10.xml"/><Relationship Id="rId19" Type="http://schemas.openxmlformats.org/officeDocument/2006/relationships/slide" Target="slide20.xml"/><Relationship Id="rId4" Type="http://schemas.openxmlformats.org/officeDocument/2006/relationships/slide" Target="slide13.xml"/><Relationship Id="rId9" Type="http://schemas.openxmlformats.org/officeDocument/2006/relationships/slide" Target="slide9.xml"/><Relationship Id="rId14" Type="http://schemas.openxmlformats.org/officeDocument/2006/relationships/slide" Target="slide15.xml"/><Relationship Id="rId22" Type="http://schemas.openxmlformats.org/officeDocument/2006/relationships/slide" Target="slide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1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5CA461B-A88B-4917-A002-B3E1215F3129}"/>
              </a:ext>
            </a:extLst>
          </p:cNvPr>
          <p:cNvSpPr/>
          <p:nvPr/>
        </p:nvSpPr>
        <p:spPr>
          <a:xfrm>
            <a:off x="1080156" y="1746522"/>
            <a:ext cx="8962220" cy="67710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lvl="0" defTabSz="457200">
              <a:defRPr/>
            </a:pPr>
            <a:r>
              <a:rPr lang="en-US" sz="4400" b="1">
                <a:latin typeface="Calibri" panose="020F0502020204030204" pitchFamily="34" charset="0"/>
                <a:cs typeface="Calibri" panose="020F0502020204030204" pitchFamily="34" charset="0"/>
              </a:rPr>
              <a:t>Jeopardy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2666497"/>
            <a:ext cx="799314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17EF019A-7E11-4FDB-AC66-00D00EF394C0}"/>
              </a:ext>
            </a:extLst>
          </p:cNvPr>
          <p:cNvSpPr/>
          <p:nvPr/>
        </p:nvSpPr>
        <p:spPr>
          <a:xfrm>
            <a:off x="1080156" y="3087876"/>
            <a:ext cx="6507757" cy="8309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defTabSz="457200">
              <a:defRPr/>
            </a:pPr>
            <a:r>
              <a:rPr lang="en-US" dirty="0" err="1">
                <a:solidFill>
                  <a:srgbClr val="FFFFFF"/>
                </a:solidFill>
                <a:latin typeface="Calibri"/>
                <a:cs typeface="Calibri"/>
              </a:rPr>
              <a:t>Slidedeck</a:t>
            </a:r>
            <a:r>
              <a:rPr lang="en-US" dirty="0">
                <a:solidFill>
                  <a:srgbClr val="FFFFFF"/>
                </a:solidFill>
                <a:latin typeface="Calibri"/>
                <a:cs typeface="Calibri"/>
              </a:rPr>
              <a:t> Template: Game Show </a:t>
            </a:r>
            <a:endParaRPr lang="en-US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457200">
              <a:defRPr/>
            </a:pPr>
            <a:endParaRPr lang="en-US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457200">
              <a:defRPr/>
            </a:pPr>
            <a:r>
              <a:rPr lang="en-US" dirty="0">
                <a:solidFill>
                  <a:srgbClr val="FFFFFF"/>
                </a:solidFill>
                <a:latin typeface="Calibri"/>
                <a:cs typeface="Calibri"/>
              </a:rPr>
              <a:t>Office of Digital Learning &amp; Innovation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 rot="10800000">
            <a:off x="7355416" y="0"/>
            <a:ext cx="4531784" cy="3142956"/>
          </a:xfrm>
          <a:prstGeom prst="rtTriangle">
            <a:avLst/>
          </a:prstGeom>
          <a:solidFill>
            <a:schemeClr val="tx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mainLogo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964" y="195974"/>
            <a:ext cx="1919412" cy="843619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6975556" y="-72766"/>
            <a:ext cx="5134268" cy="3638575"/>
          </a:xfrm>
          <a:prstGeom prst="line">
            <a:avLst/>
          </a:prstGeom>
          <a:ln w="76200" cmpd="sng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007212" y="322691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7384190" y="587165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7777210" y="867007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8166518" y="1143810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8580922" y="1426729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8957900" y="1691203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9350920" y="1971045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9727898" y="2247848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10106372" y="2520990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0520776" y="2816238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0897754" y="3093041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1290774" y="3360554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11667752" y="3637357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6610184" y="31854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D1BD285-6435-2544-BB5D-6EA3D9CC043F}"/>
              </a:ext>
            </a:extLst>
          </p:cNvPr>
          <p:cNvSpPr/>
          <p:nvPr/>
        </p:nvSpPr>
        <p:spPr>
          <a:xfrm>
            <a:off x="581892" y="4952293"/>
            <a:ext cx="2695698" cy="1270659"/>
          </a:xfrm>
          <a:prstGeom prst="roundRect">
            <a:avLst/>
          </a:prstGeom>
          <a:solidFill>
            <a:schemeClr val="tx1"/>
          </a:solidFill>
          <a:ln w="76200">
            <a:solidFill>
              <a:srgbClr val="F7CE4C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3F1D5A"/>
                </a:solidFill>
              </a:rPr>
              <a:t>ABOUT THE GAME</a:t>
            </a:r>
          </a:p>
        </p:txBody>
      </p:sp>
      <p:sp>
        <p:nvSpPr>
          <p:cNvPr id="23" name="Rounded Rectangle 2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53EEFCA-03D6-EE43-8654-9A7284290DD9}"/>
              </a:ext>
            </a:extLst>
          </p:cNvPr>
          <p:cNvSpPr/>
          <p:nvPr/>
        </p:nvSpPr>
        <p:spPr>
          <a:xfrm>
            <a:off x="4474675" y="4952292"/>
            <a:ext cx="2695698" cy="1270659"/>
          </a:xfrm>
          <a:prstGeom prst="roundRect">
            <a:avLst/>
          </a:prstGeom>
          <a:solidFill>
            <a:schemeClr val="tx1"/>
          </a:solidFill>
          <a:ln w="76200">
            <a:solidFill>
              <a:srgbClr val="F7CE4C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3F1D5A"/>
                </a:solidFill>
              </a:rPr>
              <a:t>START THE GAME</a:t>
            </a:r>
          </a:p>
        </p:txBody>
      </p:sp>
      <p:sp>
        <p:nvSpPr>
          <p:cNvPr id="24" name="Rounded Rectangle 2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00E880C3-B325-2542-80AC-6B8D32AC7F63}"/>
              </a:ext>
            </a:extLst>
          </p:cNvPr>
          <p:cNvSpPr/>
          <p:nvPr/>
        </p:nvSpPr>
        <p:spPr>
          <a:xfrm>
            <a:off x="8367458" y="4952291"/>
            <a:ext cx="2695698" cy="1270659"/>
          </a:xfrm>
          <a:prstGeom prst="roundRect">
            <a:avLst/>
          </a:prstGeom>
          <a:solidFill>
            <a:schemeClr val="tx1"/>
          </a:solidFill>
          <a:ln w="76200">
            <a:solidFill>
              <a:srgbClr val="F7CE4C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3F1D5A"/>
                </a:solidFill>
              </a:rPr>
              <a:t>GAME </a:t>
            </a:r>
          </a:p>
          <a:p>
            <a:pPr algn="ctr"/>
            <a:r>
              <a:rPr lang="en-US" sz="3200" b="1">
                <a:solidFill>
                  <a:srgbClr val="3F1D5A"/>
                </a:solidFill>
              </a:rPr>
              <a:t>SET-UP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763D80-7214-614A-8F53-40E7390B184D}"/>
              </a:ext>
            </a:extLst>
          </p:cNvPr>
          <p:cNvSpPr txBox="1"/>
          <p:nvPr/>
        </p:nvSpPr>
        <p:spPr>
          <a:xfrm>
            <a:off x="1353787" y="65314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625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1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ight Triangle 13"/>
          <p:cNvSpPr/>
          <p:nvPr/>
        </p:nvSpPr>
        <p:spPr>
          <a:xfrm rot="10800000">
            <a:off x="7355416" y="0"/>
            <a:ext cx="4531784" cy="3142956"/>
          </a:xfrm>
          <a:prstGeom prst="rtTriangle">
            <a:avLst/>
          </a:prstGeom>
          <a:solidFill>
            <a:schemeClr val="tx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mainLogo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964" y="195974"/>
            <a:ext cx="1919412" cy="84361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01B2EE4-6AE1-6448-BCFB-95C5F6EBBDC2}"/>
              </a:ext>
            </a:extLst>
          </p:cNvPr>
          <p:cNvSpPr txBox="1"/>
          <p:nvPr/>
        </p:nvSpPr>
        <p:spPr>
          <a:xfrm>
            <a:off x="364621" y="1190956"/>
            <a:ext cx="8905503" cy="2308324"/>
          </a:xfrm>
          <a:prstGeom prst="rect">
            <a:avLst/>
          </a:prstGeom>
          <a:noFill/>
        </p:spPr>
        <p:txBody>
          <a:bodyPr wrap="square" numCol="1" spcCol="9144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Play individually or in 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Pick a category and a point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on the chosen box for the question.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must give the answer in 30 seconds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team that answers incorrectly will give the dollar value of that question to the opposite team.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dollar values disappear after each question.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Continue until all questions have been answered. The team with the most points wins.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CD7166-67C9-3C4C-B007-8505C03A9768}"/>
              </a:ext>
            </a:extLst>
          </p:cNvPr>
          <p:cNvSpPr txBox="1"/>
          <p:nvPr/>
        </p:nvSpPr>
        <p:spPr>
          <a:xfrm>
            <a:off x="2055307" y="454818"/>
            <a:ext cx="4109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ABOUT THE GAME</a:t>
            </a:r>
          </a:p>
        </p:txBody>
      </p:sp>
      <p:sp>
        <p:nvSpPr>
          <p:cNvPr id="6" name="Rounded Rectangle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CD0C813-FAA5-214E-96CA-06CB9E87EE7E}"/>
              </a:ext>
            </a:extLst>
          </p:cNvPr>
          <p:cNvSpPr/>
          <p:nvPr/>
        </p:nvSpPr>
        <p:spPr>
          <a:xfrm>
            <a:off x="3962627" y="4808359"/>
            <a:ext cx="2695698" cy="1270659"/>
          </a:xfrm>
          <a:prstGeom prst="roundRect">
            <a:avLst/>
          </a:prstGeom>
          <a:solidFill>
            <a:schemeClr val="tx1"/>
          </a:solidFill>
          <a:ln w="76200">
            <a:solidFill>
              <a:srgbClr val="F7CE4C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3F1D5A"/>
                </a:solidFill>
              </a:rPr>
              <a:t>START THE GAME</a:t>
            </a:r>
          </a:p>
        </p:txBody>
      </p:sp>
    </p:spTree>
    <p:extLst>
      <p:ext uri="{BB962C8B-B14F-4D97-AF65-F5344CB8AC3E}">
        <p14:creationId xmlns:p14="http://schemas.microsoft.com/office/powerpoint/2010/main" val="3514951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99B173-D610-6A41-A115-4901EF0BDA51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solidFill>
                  <a:srgbClr val="3F1D5A"/>
                </a:solidFill>
                <a:latin typeface="Impact"/>
                <a:cs typeface="Impact"/>
              </a:rPr>
              <a:t>Categories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D0B7D71-3AEC-3B49-82B6-05333D2A6C40}"/>
              </a:ext>
            </a:extLst>
          </p:cNvPr>
          <p:cNvGrpSpPr/>
          <p:nvPr/>
        </p:nvGrpSpPr>
        <p:grpSpPr>
          <a:xfrm>
            <a:off x="1071911" y="1863590"/>
            <a:ext cx="4535217" cy="1285103"/>
            <a:chOff x="1319045" y="795198"/>
            <a:chExt cx="4535217" cy="191588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F95BE23-82F1-F540-9408-5025ECDCCC01}"/>
                </a:ext>
              </a:extLst>
            </p:cNvPr>
            <p:cNvSpPr/>
            <p:nvPr/>
          </p:nvSpPr>
          <p:spPr>
            <a:xfrm>
              <a:off x="1319045" y="795198"/>
              <a:ext cx="4535217" cy="1915888"/>
            </a:xfrm>
            <a:prstGeom prst="rect">
              <a:avLst/>
            </a:prstGeom>
            <a:solidFill>
              <a:srgbClr val="F7CE4C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5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6AF9AF3-171D-7C44-9DA2-AD00EEE1E041}"/>
                </a:ext>
              </a:extLst>
            </p:cNvPr>
            <p:cNvSpPr/>
            <p:nvPr/>
          </p:nvSpPr>
          <p:spPr>
            <a:xfrm>
              <a:off x="1408385" y="884536"/>
              <a:ext cx="4351285" cy="1729328"/>
            </a:xfrm>
            <a:prstGeom prst="rect">
              <a:avLst/>
            </a:prstGeom>
            <a:solidFill>
              <a:srgbClr val="3F1D5A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500" dirty="0"/>
                <a:t>Category One Title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E6BE825-05FC-0F4B-BF38-7106A6ED5DA9}"/>
              </a:ext>
            </a:extLst>
          </p:cNvPr>
          <p:cNvGrpSpPr/>
          <p:nvPr/>
        </p:nvGrpSpPr>
        <p:grpSpPr>
          <a:xfrm>
            <a:off x="1071911" y="3429000"/>
            <a:ext cx="4535217" cy="1285103"/>
            <a:chOff x="1319045" y="2761011"/>
            <a:chExt cx="4535217" cy="191588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446FEA6-A167-F542-990F-9755200DEBFB}"/>
                </a:ext>
              </a:extLst>
            </p:cNvPr>
            <p:cNvSpPr/>
            <p:nvPr/>
          </p:nvSpPr>
          <p:spPr>
            <a:xfrm>
              <a:off x="1319045" y="2761011"/>
              <a:ext cx="4535217" cy="1915888"/>
            </a:xfrm>
            <a:prstGeom prst="rect">
              <a:avLst/>
            </a:prstGeom>
            <a:solidFill>
              <a:srgbClr val="F7CE4C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5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C0ADF5C-A814-D542-B3EF-F9DC9C6A4571}"/>
                </a:ext>
              </a:extLst>
            </p:cNvPr>
            <p:cNvSpPr/>
            <p:nvPr/>
          </p:nvSpPr>
          <p:spPr>
            <a:xfrm>
              <a:off x="1408385" y="2850349"/>
              <a:ext cx="4351285" cy="1729328"/>
            </a:xfrm>
            <a:prstGeom prst="rect">
              <a:avLst/>
            </a:prstGeom>
            <a:solidFill>
              <a:srgbClr val="3F1D5A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500"/>
                <a:t>Category Two Title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DAC64BD-6CE3-3A46-8B7C-D0ED7369373E}"/>
              </a:ext>
            </a:extLst>
          </p:cNvPr>
          <p:cNvGrpSpPr/>
          <p:nvPr/>
        </p:nvGrpSpPr>
        <p:grpSpPr>
          <a:xfrm>
            <a:off x="1071911" y="4994410"/>
            <a:ext cx="4535217" cy="1285104"/>
            <a:chOff x="1319045" y="4726824"/>
            <a:chExt cx="4535217" cy="1915888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305F9B0-8024-354E-8717-D700C3D5CF85}"/>
                </a:ext>
              </a:extLst>
            </p:cNvPr>
            <p:cNvSpPr/>
            <p:nvPr/>
          </p:nvSpPr>
          <p:spPr>
            <a:xfrm>
              <a:off x="1319045" y="4726824"/>
              <a:ext cx="4535217" cy="1915888"/>
            </a:xfrm>
            <a:prstGeom prst="rect">
              <a:avLst/>
            </a:prstGeom>
            <a:solidFill>
              <a:srgbClr val="F7CE4C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5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86BBFA4-B3EF-1C4F-AD76-A1E4D09E4B8D}"/>
                </a:ext>
              </a:extLst>
            </p:cNvPr>
            <p:cNvSpPr/>
            <p:nvPr/>
          </p:nvSpPr>
          <p:spPr>
            <a:xfrm>
              <a:off x="1408385" y="4816162"/>
              <a:ext cx="4351285" cy="1729328"/>
            </a:xfrm>
            <a:prstGeom prst="rect">
              <a:avLst/>
            </a:prstGeom>
            <a:solidFill>
              <a:srgbClr val="3F1D5A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500"/>
                <a:t>Category Three Title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A65D9A7-7B71-2C4A-8515-7C5C082788BB}"/>
              </a:ext>
            </a:extLst>
          </p:cNvPr>
          <p:cNvGrpSpPr/>
          <p:nvPr/>
        </p:nvGrpSpPr>
        <p:grpSpPr>
          <a:xfrm>
            <a:off x="6037422" y="3363787"/>
            <a:ext cx="4535217" cy="1285103"/>
            <a:chOff x="5943602" y="795198"/>
            <a:chExt cx="4535217" cy="1915888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7471A8F-351E-864D-B33E-4DCCBFF983C4}"/>
                </a:ext>
              </a:extLst>
            </p:cNvPr>
            <p:cNvSpPr/>
            <p:nvPr/>
          </p:nvSpPr>
          <p:spPr>
            <a:xfrm>
              <a:off x="5943602" y="795198"/>
              <a:ext cx="4535217" cy="1915888"/>
            </a:xfrm>
            <a:prstGeom prst="rect">
              <a:avLst/>
            </a:prstGeom>
            <a:solidFill>
              <a:srgbClr val="F7CE4C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50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B311245-D831-2A49-8F0C-06D8B0035B3C}"/>
                </a:ext>
              </a:extLst>
            </p:cNvPr>
            <p:cNvSpPr/>
            <p:nvPr/>
          </p:nvSpPr>
          <p:spPr>
            <a:xfrm>
              <a:off x="6032942" y="884536"/>
              <a:ext cx="4351285" cy="1729328"/>
            </a:xfrm>
            <a:prstGeom prst="rect">
              <a:avLst/>
            </a:prstGeom>
            <a:solidFill>
              <a:srgbClr val="3F1D5A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500" dirty="0"/>
                <a:t>Bonus questions</a:t>
              </a:r>
            </a:p>
          </p:txBody>
        </p:sp>
      </p:grpSp>
      <p:sp>
        <p:nvSpPr>
          <p:cNvPr id="21" name="Rounded Rectangle 2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9632AC87-1FB6-9D4B-ADDD-4E729F9B5C00}"/>
              </a:ext>
            </a:extLst>
          </p:cNvPr>
          <p:cNvSpPr/>
          <p:nvPr/>
        </p:nvSpPr>
        <p:spPr>
          <a:xfrm>
            <a:off x="6704728" y="312624"/>
            <a:ext cx="2695698" cy="1270659"/>
          </a:xfrm>
          <a:prstGeom prst="roundRect">
            <a:avLst/>
          </a:prstGeom>
          <a:solidFill>
            <a:schemeClr val="tx1"/>
          </a:solidFill>
          <a:ln w="76200">
            <a:solidFill>
              <a:srgbClr val="F7CE4C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3F1D5A"/>
                </a:solidFill>
              </a:rPr>
              <a:t>Jeopardy Board</a:t>
            </a:r>
          </a:p>
        </p:txBody>
      </p:sp>
    </p:spTree>
    <p:extLst>
      <p:ext uri="{BB962C8B-B14F-4D97-AF65-F5344CB8AC3E}">
        <p14:creationId xmlns:p14="http://schemas.microsoft.com/office/powerpoint/2010/main" val="616269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99B173-D610-6A41-A115-4901EF0BDA51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rgbClr val="3F1D5A"/>
                </a:solidFill>
                <a:latin typeface="Impact"/>
                <a:cs typeface="Impact"/>
              </a:rPr>
              <a:t>Main Jeopardy Board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9A14BC-B418-1A4D-82C0-03D3CCC659BA}"/>
              </a:ext>
            </a:extLst>
          </p:cNvPr>
          <p:cNvSpPr/>
          <p:nvPr/>
        </p:nvSpPr>
        <p:spPr>
          <a:xfrm>
            <a:off x="385948" y="950026"/>
            <a:ext cx="11115304" cy="5605153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Arrow 2">
            <a:hlinkClick r:id="rId3" action="ppaction://hlinksldjump"/>
            <a:extLst>
              <a:ext uri="{FF2B5EF4-FFF2-40B4-BE49-F238E27FC236}">
                <a16:creationId xmlns:a16="http://schemas.microsoft.com/office/drawing/2014/main" id="{BF6E8ABC-5F0A-F14D-AD85-82D1427696DB}"/>
              </a:ext>
            </a:extLst>
          </p:cNvPr>
          <p:cNvSpPr/>
          <p:nvPr/>
        </p:nvSpPr>
        <p:spPr>
          <a:xfrm>
            <a:off x="9975273" y="128856"/>
            <a:ext cx="1525979" cy="722043"/>
          </a:xfrm>
          <a:prstGeom prst="rightArrow">
            <a:avLst/>
          </a:prstGeom>
          <a:solidFill>
            <a:srgbClr val="3F1D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End Game</a:t>
            </a:r>
          </a:p>
        </p:txBody>
      </p:sp>
      <p:sp>
        <p:nvSpPr>
          <p:cNvPr id="51" name="Rectangle 50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80F58F01-97DD-9F4F-8A70-6CAB6897E26F}"/>
              </a:ext>
            </a:extLst>
          </p:cNvPr>
          <p:cNvSpPr/>
          <p:nvPr/>
        </p:nvSpPr>
        <p:spPr>
          <a:xfrm>
            <a:off x="2430104" y="1215840"/>
            <a:ext cx="1618423" cy="825335"/>
          </a:xfrm>
          <a:prstGeom prst="rect">
            <a:avLst/>
          </a:prstGeom>
          <a:solidFill>
            <a:schemeClr val="tx1"/>
          </a:solidFill>
          <a:ln w="76200">
            <a:solidFill>
              <a:srgbClr val="F7CE4C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Category 1</a:t>
            </a:r>
          </a:p>
        </p:txBody>
      </p:sp>
      <p:sp>
        <p:nvSpPr>
          <p:cNvPr id="52" name="Rectangle 5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F6FA92BD-1BE1-214C-8FE2-FE582D42347D}"/>
              </a:ext>
            </a:extLst>
          </p:cNvPr>
          <p:cNvSpPr/>
          <p:nvPr/>
        </p:nvSpPr>
        <p:spPr>
          <a:xfrm>
            <a:off x="4228933" y="1215837"/>
            <a:ext cx="1618422" cy="825335"/>
          </a:xfrm>
          <a:prstGeom prst="rect">
            <a:avLst/>
          </a:prstGeom>
          <a:solidFill>
            <a:schemeClr val="tx1"/>
          </a:solidFill>
          <a:ln w="76200">
            <a:solidFill>
              <a:srgbClr val="F7CE4C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Category 2</a:t>
            </a:r>
          </a:p>
        </p:txBody>
      </p:sp>
      <p:sp>
        <p:nvSpPr>
          <p:cNvPr id="53" name="Rectangle 5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F0350A01-851B-1F42-8649-C86440604431}"/>
              </a:ext>
            </a:extLst>
          </p:cNvPr>
          <p:cNvSpPr/>
          <p:nvPr/>
        </p:nvSpPr>
        <p:spPr>
          <a:xfrm>
            <a:off x="6033201" y="1215837"/>
            <a:ext cx="1623673" cy="825335"/>
          </a:xfrm>
          <a:prstGeom prst="rect">
            <a:avLst/>
          </a:prstGeom>
          <a:solidFill>
            <a:schemeClr val="tx1"/>
          </a:solidFill>
          <a:ln w="76200">
            <a:solidFill>
              <a:srgbClr val="F7CE4C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Category 3</a:t>
            </a:r>
          </a:p>
        </p:txBody>
      </p:sp>
      <p:sp>
        <p:nvSpPr>
          <p:cNvPr id="54" name="Rectangle 5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85B5BAED-1B61-3E40-A85D-43F47FE1D8CF}"/>
              </a:ext>
            </a:extLst>
          </p:cNvPr>
          <p:cNvSpPr/>
          <p:nvPr/>
        </p:nvSpPr>
        <p:spPr>
          <a:xfrm>
            <a:off x="7837506" y="1219325"/>
            <a:ext cx="1623673" cy="825335"/>
          </a:xfrm>
          <a:prstGeom prst="rect">
            <a:avLst/>
          </a:prstGeom>
          <a:solidFill>
            <a:schemeClr val="tx1"/>
          </a:solidFill>
          <a:ln w="76200">
            <a:solidFill>
              <a:srgbClr val="F7CE4C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3F1D5A"/>
                </a:solidFill>
              </a:rPr>
              <a:t>Category 4</a:t>
            </a:r>
          </a:p>
        </p:txBody>
      </p:sp>
      <p:sp>
        <p:nvSpPr>
          <p:cNvPr id="62" name="Rectangle 6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E95FBF51-731A-764B-B464-EC154C5D5CE1}"/>
              </a:ext>
            </a:extLst>
          </p:cNvPr>
          <p:cNvSpPr/>
          <p:nvPr/>
        </p:nvSpPr>
        <p:spPr>
          <a:xfrm>
            <a:off x="2430104" y="2300568"/>
            <a:ext cx="1618423" cy="732835"/>
          </a:xfrm>
          <a:prstGeom prst="rect">
            <a:avLst/>
          </a:prstGeom>
          <a:solidFill>
            <a:srgbClr val="E4B200"/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63" name="Rectangle 6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C30C188C-8012-C94D-9DE1-2C61AE18946A}"/>
              </a:ext>
            </a:extLst>
          </p:cNvPr>
          <p:cNvSpPr/>
          <p:nvPr/>
        </p:nvSpPr>
        <p:spPr>
          <a:xfrm>
            <a:off x="2430104" y="3125104"/>
            <a:ext cx="1618423" cy="732835"/>
          </a:xfrm>
          <a:prstGeom prst="rect">
            <a:avLst/>
          </a:prstGeom>
          <a:solidFill>
            <a:srgbClr val="E4B200"/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chemeClr val="tx1"/>
                </a:solidFill>
              </a:rPr>
              <a:t>200</a:t>
            </a:r>
          </a:p>
        </p:txBody>
      </p:sp>
      <p:sp>
        <p:nvSpPr>
          <p:cNvPr id="64" name="Rectangle 63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0DDEDA46-7936-8E4C-8CC4-5E0970FC4140}"/>
              </a:ext>
            </a:extLst>
          </p:cNvPr>
          <p:cNvSpPr/>
          <p:nvPr/>
        </p:nvSpPr>
        <p:spPr>
          <a:xfrm>
            <a:off x="2430102" y="3954242"/>
            <a:ext cx="1618423" cy="732835"/>
          </a:xfrm>
          <a:prstGeom prst="rect">
            <a:avLst/>
          </a:prstGeom>
          <a:solidFill>
            <a:srgbClr val="E4B200"/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chemeClr val="tx1"/>
                </a:solidFill>
              </a:rPr>
              <a:t>300</a:t>
            </a:r>
          </a:p>
        </p:txBody>
      </p:sp>
      <p:sp>
        <p:nvSpPr>
          <p:cNvPr id="65" name="Rectangle 64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0A18DA18-E0D1-5445-8708-4A3AD3362B22}"/>
              </a:ext>
            </a:extLst>
          </p:cNvPr>
          <p:cNvSpPr/>
          <p:nvPr/>
        </p:nvSpPr>
        <p:spPr>
          <a:xfrm>
            <a:off x="2430102" y="4786204"/>
            <a:ext cx="1618423" cy="732835"/>
          </a:xfrm>
          <a:prstGeom prst="rect">
            <a:avLst/>
          </a:prstGeom>
          <a:solidFill>
            <a:srgbClr val="E4B200"/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chemeClr val="tx1"/>
                </a:solidFill>
              </a:rPr>
              <a:t>400</a:t>
            </a:r>
          </a:p>
        </p:txBody>
      </p:sp>
      <p:sp>
        <p:nvSpPr>
          <p:cNvPr id="66" name="Rectangle 65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76B69F49-CE7C-5C48-AE3A-AD055AFD7590}"/>
              </a:ext>
            </a:extLst>
          </p:cNvPr>
          <p:cNvSpPr/>
          <p:nvPr/>
        </p:nvSpPr>
        <p:spPr>
          <a:xfrm>
            <a:off x="2430102" y="5618166"/>
            <a:ext cx="1618423" cy="732835"/>
          </a:xfrm>
          <a:prstGeom prst="rect">
            <a:avLst/>
          </a:prstGeom>
          <a:solidFill>
            <a:srgbClr val="E4B200"/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chemeClr val="tx1"/>
                </a:solidFill>
              </a:rPr>
              <a:t>500</a:t>
            </a:r>
          </a:p>
        </p:txBody>
      </p:sp>
      <p:sp>
        <p:nvSpPr>
          <p:cNvPr id="67" name="Rectangle 66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EEE9AF15-89EB-0B44-B5C5-2689EC4A1269}"/>
              </a:ext>
            </a:extLst>
          </p:cNvPr>
          <p:cNvSpPr/>
          <p:nvPr/>
        </p:nvSpPr>
        <p:spPr>
          <a:xfrm>
            <a:off x="4228932" y="2300568"/>
            <a:ext cx="1618423" cy="732835"/>
          </a:xfrm>
          <a:prstGeom prst="rect">
            <a:avLst/>
          </a:prstGeom>
          <a:solidFill>
            <a:srgbClr val="E4B200"/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68" name="Rectangle 67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A0496656-80BC-0642-95F3-7E7570F0ED4A}"/>
              </a:ext>
            </a:extLst>
          </p:cNvPr>
          <p:cNvSpPr/>
          <p:nvPr/>
        </p:nvSpPr>
        <p:spPr>
          <a:xfrm>
            <a:off x="4228932" y="3125104"/>
            <a:ext cx="1618423" cy="732835"/>
          </a:xfrm>
          <a:prstGeom prst="rect">
            <a:avLst/>
          </a:prstGeom>
          <a:solidFill>
            <a:srgbClr val="E4B200"/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chemeClr val="tx1"/>
                </a:solidFill>
              </a:rPr>
              <a:t>200</a:t>
            </a:r>
          </a:p>
        </p:txBody>
      </p:sp>
      <p:sp>
        <p:nvSpPr>
          <p:cNvPr id="69" name="Rectangle 68">
            <a:hlinkClick r:id="rId12" action="ppaction://hlinksldjump" highlightClick="1"/>
            <a:extLst>
              <a:ext uri="{FF2B5EF4-FFF2-40B4-BE49-F238E27FC236}">
                <a16:creationId xmlns:a16="http://schemas.microsoft.com/office/drawing/2014/main" id="{46561BDD-BD7A-144A-B908-3F03FE9F69DC}"/>
              </a:ext>
            </a:extLst>
          </p:cNvPr>
          <p:cNvSpPr/>
          <p:nvPr/>
        </p:nvSpPr>
        <p:spPr>
          <a:xfrm>
            <a:off x="4228930" y="3954242"/>
            <a:ext cx="1618423" cy="732835"/>
          </a:xfrm>
          <a:prstGeom prst="rect">
            <a:avLst/>
          </a:prstGeom>
          <a:solidFill>
            <a:srgbClr val="E4B200"/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chemeClr val="tx1"/>
                </a:solidFill>
              </a:rPr>
              <a:t>300</a:t>
            </a:r>
          </a:p>
        </p:txBody>
      </p:sp>
      <p:sp>
        <p:nvSpPr>
          <p:cNvPr id="70" name="Rectangle 6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352EE25A-A5CB-804B-884B-25A3B3192741}"/>
              </a:ext>
            </a:extLst>
          </p:cNvPr>
          <p:cNvSpPr/>
          <p:nvPr/>
        </p:nvSpPr>
        <p:spPr>
          <a:xfrm>
            <a:off x="4228930" y="4786204"/>
            <a:ext cx="1618423" cy="732835"/>
          </a:xfrm>
          <a:prstGeom prst="rect">
            <a:avLst/>
          </a:prstGeom>
          <a:solidFill>
            <a:srgbClr val="E4B200"/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chemeClr val="tx1"/>
                </a:solidFill>
              </a:rPr>
              <a:t>400</a:t>
            </a:r>
          </a:p>
        </p:txBody>
      </p:sp>
      <p:sp>
        <p:nvSpPr>
          <p:cNvPr id="71" name="Rectangle 70">
            <a:hlinkClick r:id="rId13" action="ppaction://hlinksldjump" highlightClick="1"/>
            <a:extLst>
              <a:ext uri="{FF2B5EF4-FFF2-40B4-BE49-F238E27FC236}">
                <a16:creationId xmlns:a16="http://schemas.microsoft.com/office/drawing/2014/main" id="{514802AB-F740-CC47-BD79-64D9FBC5D44A}"/>
              </a:ext>
            </a:extLst>
          </p:cNvPr>
          <p:cNvSpPr/>
          <p:nvPr/>
        </p:nvSpPr>
        <p:spPr>
          <a:xfrm>
            <a:off x="4228930" y="5618166"/>
            <a:ext cx="1618423" cy="732835"/>
          </a:xfrm>
          <a:prstGeom prst="rect">
            <a:avLst/>
          </a:prstGeom>
          <a:solidFill>
            <a:srgbClr val="E4B200"/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chemeClr val="tx1"/>
                </a:solidFill>
              </a:rPr>
              <a:t>500</a:t>
            </a:r>
          </a:p>
        </p:txBody>
      </p:sp>
      <p:sp>
        <p:nvSpPr>
          <p:cNvPr id="72" name="Rectangle 71">
            <a:hlinkClick r:id="rId14" action="ppaction://hlinksldjump" highlightClick="1"/>
            <a:extLst>
              <a:ext uri="{FF2B5EF4-FFF2-40B4-BE49-F238E27FC236}">
                <a16:creationId xmlns:a16="http://schemas.microsoft.com/office/drawing/2014/main" id="{230F075C-8ADE-EC43-867A-B060CEB15176}"/>
              </a:ext>
            </a:extLst>
          </p:cNvPr>
          <p:cNvSpPr/>
          <p:nvPr/>
        </p:nvSpPr>
        <p:spPr>
          <a:xfrm>
            <a:off x="6027760" y="2300568"/>
            <a:ext cx="1618423" cy="732835"/>
          </a:xfrm>
          <a:prstGeom prst="rect">
            <a:avLst/>
          </a:prstGeom>
          <a:solidFill>
            <a:srgbClr val="E4B200"/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73" name="Rectangle 72">
            <a:hlinkClick r:id="rId15" action="ppaction://hlinksldjump" highlightClick="1"/>
            <a:extLst>
              <a:ext uri="{FF2B5EF4-FFF2-40B4-BE49-F238E27FC236}">
                <a16:creationId xmlns:a16="http://schemas.microsoft.com/office/drawing/2014/main" id="{C3BA394E-55EF-2B43-94CC-3340830BA44C}"/>
              </a:ext>
            </a:extLst>
          </p:cNvPr>
          <p:cNvSpPr/>
          <p:nvPr/>
        </p:nvSpPr>
        <p:spPr>
          <a:xfrm>
            <a:off x="6027760" y="3125104"/>
            <a:ext cx="1618423" cy="732835"/>
          </a:xfrm>
          <a:prstGeom prst="rect">
            <a:avLst/>
          </a:prstGeom>
          <a:solidFill>
            <a:srgbClr val="E4B200"/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chemeClr val="tx1"/>
                </a:solidFill>
              </a:rPr>
              <a:t>200</a:t>
            </a:r>
          </a:p>
        </p:txBody>
      </p:sp>
      <p:sp>
        <p:nvSpPr>
          <p:cNvPr id="74" name="Rectangle 73">
            <a:hlinkClick r:id="rId16" action="ppaction://hlinksldjump" highlightClick="1"/>
            <a:extLst>
              <a:ext uri="{FF2B5EF4-FFF2-40B4-BE49-F238E27FC236}">
                <a16:creationId xmlns:a16="http://schemas.microsoft.com/office/drawing/2014/main" id="{FC3719C8-469F-5A4D-9DC4-F8AA3D0CF7C4}"/>
              </a:ext>
            </a:extLst>
          </p:cNvPr>
          <p:cNvSpPr/>
          <p:nvPr/>
        </p:nvSpPr>
        <p:spPr>
          <a:xfrm>
            <a:off x="6027758" y="3954242"/>
            <a:ext cx="1618423" cy="732835"/>
          </a:xfrm>
          <a:prstGeom prst="rect">
            <a:avLst/>
          </a:prstGeom>
          <a:solidFill>
            <a:srgbClr val="E4B200"/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chemeClr val="tx1"/>
                </a:solidFill>
              </a:rPr>
              <a:t>300</a:t>
            </a:r>
          </a:p>
        </p:txBody>
      </p:sp>
      <p:sp>
        <p:nvSpPr>
          <p:cNvPr id="75" name="Rectangle 74">
            <a:hlinkClick r:id="rId17" action="ppaction://hlinksldjump" highlightClick="1"/>
            <a:extLst>
              <a:ext uri="{FF2B5EF4-FFF2-40B4-BE49-F238E27FC236}">
                <a16:creationId xmlns:a16="http://schemas.microsoft.com/office/drawing/2014/main" id="{96025279-6715-3C41-86E7-AE86D8121DC5}"/>
              </a:ext>
            </a:extLst>
          </p:cNvPr>
          <p:cNvSpPr/>
          <p:nvPr/>
        </p:nvSpPr>
        <p:spPr>
          <a:xfrm>
            <a:off x="6027758" y="4786204"/>
            <a:ext cx="1618423" cy="732835"/>
          </a:xfrm>
          <a:prstGeom prst="rect">
            <a:avLst/>
          </a:prstGeom>
          <a:solidFill>
            <a:srgbClr val="E4B200"/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chemeClr val="tx1"/>
                </a:solidFill>
              </a:rPr>
              <a:t>400</a:t>
            </a:r>
          </a:p>
        </p:txBody>
      </p:sp>
      <p:sp>
        <p:nvSpPr>
          <p:cNvPr id="76" name="Rectangle 75">
            <a:hlinkClick r:id="rId18" action="ppaction://hlinksldjump" highlightClick="1"/>
            <a:extLst>
              <a:ext uri="{FF2B5EF4-FFF2-40B4-BE49-F238E27FC236}">
                <a16:creationId xmlns:a16="http://schemas.microsoft.com/office/drawing/2014/main" id="{3FE1521A-9E14-2846-992E-F69E118A16F0}"/>
              </a:ext>
            </a:extLst>
          </p:cNvPr>
          <p:cNvSpPr/>
          <p:nvPr/>
        </p:nvSpPr>
        <p:spPr>
          <a:xfrm>
            <a:off x="6027758" y="5618166"/>
            <a:ext cx="1618423" cy="732835"/>
          </a:xfrm>
          <a:prstGeom prst="rect">
            <a:avLst/>
          </a:prstGeom>
          <a:solidFill>
            <a:srgbClr val="E4B200"/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chemeClr val="tx1"/>
                </a:solidFill>
              </a:rPr>
              <a:t>500</a:t>
            </a:r>
          </a:p>
        </p:txBody>
      </p:sp>
      <p:sp>
        <p:nvSpPr>
          <p:cNvPr id="77" name="Rectangle 76">
            <a:hlinkClick r:id="rId19" action="ppaction://hlinksldjump" highlightClick="1"/>
            <a:extLst>
              <a:ext uri="{FF2B5EF4-FFF2-40B4-BE49-F238E27FC236}">
                <a16:creationId xmlns:a16="http://schemas.microsoft.com/office/drawing/2014/main" id="{2E2B7C3D-064F-A444-8ADC-CFAD851626AA}"/>
              </a:ext>
            </a:extLst>
          </p:cNvPr>
          <p:cNvSpPr/>
          <p:nvPr/>
        </p:nvSpPr>
        <p:spPr>
          <a:xfrm>
            <a:off x="7826586" y="2300568"/>
            <a:ext cx="1618423" cy="732835"/>
          </a:xfrm>
          <a:prstGeom prst="rect">
            <a:avLst/>
          </a:prstGeom>
          <a:solidFill>
            <a:srgbClr val="E4B200"/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78" name="Rectangle 77">
            <a:hlinkClick r:id="rId20" action="ppaction://hlinksldjump" highlightClick="1"/>
            <a:extLst>
              <a:ext uri="{FF2B5EF4-FFF2-40B4-BE49-F238E27FC236}">
                <a16:creationId xmlns:a16="http://schemas.microsoft.com/office/drawing/2014/main" id="{4BB1838F-DBA0-6A4D-AE6E-D0E6351D202D}"/>
              </a:ext>
            </a:extLst>
          </p:cNvPr>
          <p:cNvSpPr/>
          <p:nvPr/>
        </p:nvSpPr>
        <p:spPr>
          <a:xfrm>
            <a:off x="7826586" y="3125104"/>
            <a:ext cx="1618423" cy="732835"/>
          </a:xfrm>
          <a:prstGeom prst="rect">
            <a:avLst/>
          </a:prstGeom>
          <a:solidFill>
            <a:srgbClr val="E4B200"/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chemeClr val="tx1"/>
                </a:solidFill>
              </a:rPr>
              <a:t>200</a:t>
            </a:r>
          </a:p>
        </p:txBody>
      </p:sp>
      <p:sp>
        <p:nvSpPr>
          <p:cNvPr id="79" name="Rectangle 78">
            <a:hlinkClick r:id="rId21" action="ppaction://hlinksldjump" highlightClick="1"/>
            <a:extLst>
              <a:ext uri="{FF2B5EF4-FFF2-40B4-BE49-F238E27FC236}">
                <a16:creationId xmlns:a16="http://schemas.microsoft.com/office/drawing/2014/main" id="{8D205400-C4A9-D14A-A374-63917A4BCB63}"/>
              </a:ext>
            </a:extLst>
          </p:cNvPr>
          <p:cNvSpPr/>
          <p:nvPr/>
        </p:nvSpPr>
        <p:spPr>
          <a:xfrm>
            <a:off x="7826584" y="3954242"/>
            <a:ext cx="1618423" cy="732835"/>
          </a:xfrm>
          <a:prstGeom prst="rect">
            <a:avLst/>
          </a:prstGeom>
          <a:solidFill>
            <a:srgbClr val="E4B200"/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chemeClr val="tx1"/>
                </a:solidFill>
              </a:rPr>
              <a:t>300</a:t>
            </a:r>
          </a:p>
        </p:txBody>
      </p:sp>
      <p:sp>
        <p:nvSpPr>
          <p:cNvPr id="80" name="Rectangle 79">
            <a:hlinkClick r:id="rId22" action="ppaction://hlinksldjump" highlightClick="1"/>
            <a:extLst>
              <a:ext uri="{FF2B5EF4-FFF2-40B4-BE49-F238E27FC236}">
                <a16:creationId xmlns:a16="http://schemas.microsoft.com/office/drawing/2014/main" id="{0F721153-441C-964D-A835-D7653A489E30}"/>
              </a:ext>
            </a:extLst>
          </p:cNvPr>
          <p:cNvSpPr/>
          <p:nvPr/>
        </p:nvSpPr>
        <p:spPr>
          <a:xfrm>
            <a:off x="7826584" y="4786204"/>
            <a:ext cx="1618423" cy="732835"/>
          </a:xfrm>
          <a:prstGeom prst="rect">
            <a:avLst/>
          </a:prstGeom>
          <a:solidFill>
            <a:srgbClr val="E4B200"/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chemeClr val="tx1"/>
                </a:solidFill>
              </a:rPr>
              <a:t>400</a:t>
            </a:r>
          </a:p>
        </p:txBody>
      </p:sp>
      <p:sp>
        <p:nvSpPr>
          <p:cNvPr id="81" name="Rectangle 80">
            <a:hlinkClick r:id="rId23" action="ppaction://hlinksldjump" highlightClick="1"/>
            <a:extLst>
              <a:ext uri="{FF2B5EF4-FFF2-40B4-BE49-F238E27FC236}">
                <a16:creationId xmlns:a16="http://schemas.microsoft.com/office/drawing/2014/main" id="{611D05BF-6678-7D40-85CB-9F92820F392A}"/>
              </a:ext>
            </a:extLst>
          </p:cNvPr>
          <p:cNvSpPr/>
          <p:nvPr/>
        </p:nvSpPr>
        <p:spPr>
          <a:xfrm>
            <a:off x="7826584" y="5618166"/>
            <a:ext cx="1618423" cy="732835"/>
          </a:xfrm>
          <a:prstGeom prst="rect">
            <a:avLst/>
          </a:prstGeom>
          <a:solidFill>
            <a:srgbClr val="E4B200"/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chemeClr val="tx1"/>
                </a:solidFill>
              </a:rPr>
              <a:t>500</a:t>
            </a:r>
          </a:p>
        </p:txBody>
      </p:sp>
    </p:spTree>
    <p:extLst>
      <p:ext uri="{BB962C8B-B14F-4D97-AF65-F5344CB8AC3E}">
        <p14:creationId xmlns:p14="http://schemas.microsoft.com/office/powerpoint/2010/main" val="12547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4B7F72-0BE2-5D41-93A3-4036C0E187A0}"/>
              </a:ext>
            </a:extLst>
          </p:cNvPr>
          <p:cNvSpPr/>
          <p:nvPr/>
        </p:nvSpPr>
        <p:spPr>
          <a:xfrm>
            <a:off x="877614" y="1074746"/>
            <a:ext cx="10131971" cy="3623377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E42D6-907D-C145-B4F1-F689AF0F4342}"/>
              </a:ext>
            </a:extLst>
          </p:cNvPr>
          <p:cNvSpPr/>
          <p:nvPr/>
        </p:nvSpPr>
        <p:spPr>
          <a:xfrm>
            <a:off x="877614" y="4897821"/>
            <a:ext cx="10131971" cy="1684928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2A6584-086E-A24A-83B2-8E317A79AE7B}"/>
              </a:ext>
            </a:extLst>
          </p:cNvPr>
          <p:cNvSpPr/>
          <p:nvPr/>
        </p:nvSpPr>
        <p:spPr>
          <a:xfrm>
            <a:off x="9233510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2AB25-C84E-684A-A9BA-DB3E4EC00DB3}"/>
              </a:ext>
            </a:extLst>
          </p:cNvPr>
          <p:cNvSpPr txBox="1"/>
          <p:nvPr/>
        </p:nvSpPr>
        <p:spPr>
          <a:xfrm>
            <a:off x="2891525" y="1337289"/>
            <a:ext cx="61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QUESTION HERE…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2CA61-B6B5-884D-936A-EA3879EA5A5B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rgbClr val="3F1D5A"/>
                </a:solidFill>
                <a:latin typeface="Impact"/>
                <a:cs typeface="Impact"/>
              </a:rPr>
              <a:t>Category 1 Title: 100</a:t>
            </a:r>
          </a:p>
        </p:txBody>
      </p:sp>
      <p:sp>
        <p:nvSpPr>
          <p:cNvPr id="16" name="Rectangle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08687EE-3BBC-0846-94FC-B26A5C8F4EA7}"/>
              </a:ext>
            </a:extLst>
          </p:cNvPr>
          <p:cNvSpPr/>
          <p:nvPr/>
        </p:nvSpPr>
        <p:spPr>
          <a:xfrm>
            <a:off x="1035365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ANSWER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37C12-E405-B24F-BC69-0A6E6DF66125}"/>
              </a:ext>
            </a:extLst>
          </p:cNvPr>
          <p:cNvSpPr txBox="1"/>
          <p:nvPr/>
        </p:nvSpPr>
        <p:spPr>
          <a:xfrm>
            <a:off x="1163852" y="5130360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WHAT/WHO IS …..</a:t>
            </a:r>
          </a:p>
        </p:txBody>
      </p:sp>
    </p:spTree>
    <p:extLst>
      <p:ext uri="{BB962C8B-B14F-4D97-AF65-F5344CB8AC3E}">
        <p14:creationId xmlns:p14="http://schemas.microsoft.com/office/powerpoint/2010/main" val="1332768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4B7F72-0BE2-5D41-93A3-4036C0E187A0}"/>
              </a:ext>
            </a:extLst>
          </p:cNvPr>
          <p:cNvSpPr/>
          <p:nvPr/>
        </p:nvSpPr>
        <p:spPr>
          <a:xfrm>
            <a:off x="877614" y="1074746"/>
            <a:ext cx="10131971" cy="3623377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E42D6-907D-C145-B4F1-F689AF0F4342}"/>
              </a:ext>
            </a:extLst>
          </p:cNvPr>
          <p:cNvSpPr/>
          <p:nvPr/>
        </p:nvSpPr>
        <p:spPr>
          <a:xfrm>
            <a:off x="877614" y="4897821"/>
            <a:ext cx="10131971" cy="1684928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6A827-B6CA-144C-B6A4-E8BD542003F8}"/>
              </a:ext>
            </a:extLst>
          </p:cNvPr>
          <p:cNvSpPr txBox="1"/>
          <p:nvPr/>
        </p:nvSpPr>
        <p:spPr>
          <a:xfrm>
            <a:off x="1163852" y="5130360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WHAT/WHO IS …..</a:t>
            </a:r>
          </a:p>
        </p:txBody>
      </p:sp>
      <p:sp>
        <p:nvSpPr>
          <p:cNvPr id="13" name="Rectangle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2A6584-086E-A24A-83B2-8E317A79AE7B}"/>
              </a:ext>
            </a:extLst>
          </p:cNvPr>
          <p:cNvSpPr/>
          <p:nvPr/>
        </p:nvSpPr>
        <p:spPr>
          <a:xfrm>
            <a:off x="9233510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2AB25-C84E-684A-A9BA-DB3E4EC00DB3}"/>
              </a:ext>
            </a:extLst>
          </p:cNvPr>
          <p:cNvSpPr txBox="1"/>
          <p:nvPr/>
        </p:nvSpPr>
        <p:spPr>
          <a:xfrm>
            <a:off x="2891525" y="1337289"/>
            <a:ext cx="61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QUESTION HERE….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2CA61-B6B5-884D-936A-EA3879EA5A5B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rgbClr val="3F1D5A"/>
                </a:solidFill>
                <a:latin typeface="Impact"/>
                <a:cs typeface="Impact"/>
              </a:rPr>
              <a:t>Category 1 Title: 200</a:t>
            </a:r>
          </a:p>
        </p:txBody>
      </p:sp>
      <p:sp>
        <p:nvSpPr>
          <p:cNvPr id="16" name="Rectangle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B5AFC77-88B4-F44E-8F84-2091CAB3FEA8}"/>
              </a:ext>
            </a:extLst>
          </p:cNvPr>
          <p:cNvSpPr/>
          <p:nvPr/>
        </p:nvSpPr>
        <p:spPr>
          <a:xfrm>
            <a:off x="1035365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ANSWER</a:t>
            </a:r>
          </a:p>
        </p:txBody>
      </p:sp>
    </p:spTree>
    <p:extLst>
      <p:ext uri="{BB962C8B-B14F-4D97-AF65-F5344CB8AC3E}">
        <p14:creationId xmlns:p14="http://schemas.microsoft.com/office/powerpoint/2010/main" val="2056498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4B7F72-0BE2-5D41-93A3-4036C0E187A0}"/>
              </a:ext>
            </a:extLst>
          </p:cNvPr>
          <p:cNvSpPr/>
          <p:nvPr/>
        </p:nvSpPr>
        <p:spPr>
          <a:xfrm>
            <a:off x="877614" y="1074746"/>
            <a:ext cx="10131971" cy="3623377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E42D6-907D-C145-B4F1-F689AF0F4342}"/>
              </a:ext>
            </a:extLst>
          </p:cNvPr>
          <p:cNvSpPr/>
          <p:nvPr/>
        </p:nvSpPr>
        <p:spPr>
          <a:xfrm>
            <a:off x="877614" y="4897821"/>
            <a:ext cx="10131971" cy="1684928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6A827-B6CA-144C-B6A4-E8BD542003F8}"/>
              </a:ext>
            </a:extLst>
          </p:cNvPr>
          <p:cNvSpPr txBox="1"/>
          <p:nvPr/>
        </p:nvSpPr>
        <p:spPr>
          <a:xfrm>
            <a:off x="1163852" y="5130360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WHAT/WHO IS …..</a:t>
            </a:r>
          </a:p>
        </p:txBody>
      </p:sp>
      <p:sp>
        <p:nvSpPr>
          <p:cNvPr id="13" name="Rectangle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2A6584-086E-A24A-83B2-8E317A79AE7B}"/>
              </a:ext>
            </a:extLst>
          </p:cNvPr>
          <p:cNvSpPr/>
          <p:nvPr/>
        </p:nvSpPr>
        <p:spPr>
          <a:xfrm>
            <a:off x="9233510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2AB25-C84E-684A-A9BA-DB3E4EC00DB3}"/>
              </a:ext>
            </a:extLst>
          </p:cNvPr>
          <p:cNvSpPr txBox="1"/>
          <p:nvPr/>
        </p:nvSpPr>
        <p:spPr>
          <a:xfrm>
            <a:off x="2891525" y="1337289"/>
            <a:ext cx="61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QUESTION HERE….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2CA61-B6B5-884D-936A-EA3879EA5A5B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rgbClr val="3F1D5A"/>
                </a:solidFill>
                <a:latin typeface="Impact"/>
                <a:cs typeface="Impact"/>
              </a:rPr>
              <a:t>Category 1 Title: 300</a:t>
            </a:r>
          </a:p>
        </p:txBody>
      </p:sp>
      <p:sp>
        <p:nvSpPr>
          <p:cNvPr id="16" name="Rectangle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F733AFF-3ADD-AA48-B6DE-5902D225A073}"/>
              </a:ext>
            </a:extLst>
          </p:cNvPr>
          <p:cNvSpPr/>
          <p:nvPr/>
        </p:nvSpPr>
        <p:spPr>
          <a:xfrm>
            <a:off x="1035365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ANSWER</a:t>
            </a:r>
          </a:p>
        </p:txBody>
      </p:sp>
    </p:spTree>
    <p:extLst>
      <p:ext uri="{BB962C8B-B14F-4D97-AF65-F5344CB8AC3E}">
        <p14:creationId xmlns:p14="http://schemas.microsoft.com/office/powerpoint/2010/main" val="2151570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4B7F72-0BE2-5D41-93A3-4036C0E187A0}"/>
              </a:ext>
            </a:extLst>
          </p:cNvPr>
          <p:cNvSpPr/>
          <p:nvPr/>
        </p:nvSpPr>
        <p:spPr>
          <a:xfrm>
            <a:off x="877614" y="1074746"/>
            <a:ext cx="10131971" cy="3623377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E42D6-907D-C145-B4F1-F689AF0F4342}"/>
              </a:ext>
            </a:extLst>
          </p:cNvPr>
          <p:cNvSpPr/>
          <p:nvPr/>
        </p:nvSpPr>
        <p:spPr>
          <a:xfrm>
            <a:off x="877614" y="4897821"/>
            <a:ext cx="10131971" cy="1684928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6A827-B6CA-144C-B6A4-E8BD542003F8}"/>
              </a:ext>
            </a:extLst>
          </p:cNvPr>
          <p:cNvSpPr txBox="1"/>
          <p:nvPr/>
        </p:nvSpPr>
        <p:spPr>
          <a:xfrm>
            <a:off x="1163852" y="5130360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WHAT/WHO IS …..</a:t>
            </a:r>
          </a:p>
        </p:txBody>
      </p:sp>
      <p:sp>
        <p:nvSpPr>
          <p:cNvPr id="13" name="Rectangle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2A6584-086E-A24A-83B2-8E317A79AE7B}"/>
              </a:ext>
            </a:extLst>
          </p:cNvPr>
          <p:cNvSpPr/>
          <p:nvPr/>
        </p:nvSpPr>
        <p:spPr>
          <a:xfrm>
            <a:off x="9233510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2AB25-C84E-684A-A9BA-DB3E4EC00DB3}"/>
              </a:ext>
            </a:extLst>
          </p:cNvPr>
          <p:cNvSpPr txBox="1"/>
          <p:nvPr/>
        </p:nvSpPr>
        <p:spPr>
          <a:xfrm>
            <a:off x="2891525" y="1337289"/>
            <a:ext cx="61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QUESTION HERE….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2CA61-B6B5-884D-936A-EA3879EA5A5B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rgbClr val="3F1D5A"/>
                </a:solidFill>
                <a:latin typeface="Impact"/>
                <a:cs typeface="Impact"/>
              </a:rPr>
              <a:t>Category 1 Title: 400</a:t>
            </a:r>
          </a:p>
        </p:txBody>
      </p:sp>
      <p:sp>
        <p:nvSpPr>
          <p:cNvPr id="16" name="Rectangle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F98747A-0089-7949-A326-36DDFBB9BDEF}"/>
              </a:ext>
            </a:extLst>
          </p:cNvPr>
          <p:cNvSpPr/>
          <p:nvPr/>
        </p:nvSpPr>
        <p:spPr>
          <a:xfrm>
            <a:off x="1035365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ANSWER</a:t>
            </a:r>
          </a:p>
        </p:txBody>
      </p:sp>
    </p:spTree>
    <p:extLst>
      <p:ext uri="{BB962C8B-B14F-4D97-AF65-F5344CB8AC3E}">
        <p14:creationId xmlns:p14="http://schemas.microsoft.com/office/powerpoint/2010/main" val="103000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4B7F72-0BE2-5D41-93A3-4036C0E187A0}"/>
              </a:ext>
            </a:extLst>
          </p:cNvPr>
          <p:cNvSpPr/>
          <p:nvPr/>
        </p:nvSpPr>
        <p:spPr>
          <a:xfrm>
            <a:off x="877614" y="1074746"/>
            <a:ext cx="10131971" cy="3623377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E42D6-907D-C145-B4F1-F689AF0F4342}"/>
              </a:ext>
            </a:extLst>
          </p:cNvPr>
          <p:cNvSpPr/>
          <p:nvPr/>
        </p:nvSpPr>
        <p:spPr>
          <a:xfrm>
            <a:off x="877614" y="4897821"/>
            <a:ext cx="10131971" cy="1684928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6A827-B6CA-144C-B6A4-E8BD542003F8}"/>
              </a:ext>
            </a:extLst>
          </p:cNvPr>
          <p:cNvSpPr txBox="1"/>
          <p:nvPr/>
        </p:nvSpPr>
        <p:spPr>
          <a:xfrm>
            <a:off x="1163852" y="5130360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WHAT/WHO IS …..</a:t>
            </a:r>
          </a:p>
        </p:txBody>
      </p:sp>
      <p:sp>
        <p:nvSpPr>
          <p:cNvPr id="13" name="Rectangle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2A6584-086E-A24A-83B2-8E317A79AE7B}"/>
              </a:ext>
            </a:extLst>
          </p:cNvPr>
          <p:cNvSpPr/>
          <p:nvPr/>
        </p:nvSpPr>
        <p:spPr>
          <a:xfrm>
            <a:off x="9233510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2AB25-C84E-684A-A9BA-DB3E4EC00DB3}"/>
              </a:ext>
            </a:extLst>
          </p:cNvPr>
          <p:cNvSpPr txBox="1"/>
          <p:nvPr/>
        </p:nvSpPr>
        <p:spPr>
          <a:xfrm>
            <a:off x="2891525" y="1337289"/>
            <a:ext cx="61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QUESTION HERE….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2CA61-B6B5-884D-936A-EA3879EA5A5B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rgbClr val="3F1D5A"/>
                </a:solidFill>
                <a:latin typeface="Impact"/>
                <a:cs typeface="Impact"/>
              </a:rPr>
              <a:t>Category 1 Title: 500</a:t>
            </a:r>
          </a:p>
        </p:txBody>
      </p:sp>
      <p:sp>
        <p:nvSpPr>
          <p:cNvPr id="16" name="Rectangle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1E1BBB8-DC59-E246-B06D-EEFC485D8E78}"/>
              </a:ext>
            </a:extLst>
          </p:cNvPr>
          <p:cNvSpPr/>
          <p:nvPr/>
        </p:nvSpPr>
        <p:spPr>
          <a:xfrm>
            <a:off x="1035365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ANSWER</a:t>
            </a:r>
          </a:p>
        </p:txBody>
      </p:sp>
    </p:spTree>
    <p:extLst>
      <p:ext uri="{BB962C8B-B14F-4D97-AF65-F5344CB8AC3E}">
        <p14:creationId xmlns:p14="http://schemas.microsoft.com/office/powerpoint/2010/main" val="3509908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4B7F72-0BE2-5D41-93A3-4036C0E187A0}"/>
              </a:ext>
            </a:extLst>
          </p:cNvPr>
          <p:cNvSpPr/>
          <p:nvPr/>
        </p:nvSpPr>
        <p:spPr>
          <a:xfrm>
            <a:off x="877614" y="1074746"/>
            <a:ext cx="10131971" cy="3623377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E42D6-907D-C145-B4F1-F689AF0F4342}"/>
              </a:ext>
            </a:extLst>
          </p:cNvPr>
          <p:cNvSpPr/>
          <p:nvPr/>
        </p:nvSpPr>
        <p:spPr>
          <a:xfrm>
            <a:off x="877614" y="4897821"/>
            <a:ext cx="10131971" cy="1684928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6A827-B6CA-144C-B6A4-E8BD542003F8}"/>
              </a:ext>
            </a:extLst>
          </p:cNvPr>
          <p:cNvSpPr txBox="1"/>
          <p:nvPr/>
        </p:nvSpPr>
        <p:spPr>
          <a:xfrm>
            <a:off x="1163852" y="5130360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WHAT/WHO IS …..</a:t>
            </a:r>
          </a:p>
        </p:txBody>
      </p:sp>
      <p:sp>
        <p:nvSpPr>
          <p:cNvPr id="13" name="Rectangle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2A6584-086E-A24A-83B2-8E317A79AE7B}"/>
              </a:ext>
            </a:extLst>
          </p:cNvPr>
          <p:cNvSpPr/>
          <p:nvPr/>
        </p:nvSpPr>
        <p:spPr>
          <a:xfrm>
            <a:off x="9233510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2AB25-C84E-684A-A9BA-DB3E4EC00DB3}"/>
              </a:ext>
            </a:extLst>
          </p:cNvPr>
          <p:cNvSpPr txBox="1"/>
          <p:nvPr/>
        </p:nvSpPr>
        <p:spPr>
          <a:xfrm>
            <a:off x="2891525" y="1337289"/>
            <a:ext cx="61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QUESTION HERE….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2CA61-B6B5-884D-936A-EA3879EA5A5B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rgbClr val="3F1D5A"/>
                </a:solidFill>
                <a:latin typeface="Impact"/>
                <a:cs typeface="Impact"/>
              </a:rPr>
              <a:t>Category 2 Title: 100</a:t>
            </a:r>
          </a:p>
        </p:txBody>
      </p:sp>
      <p:sp>
        <p:nvSpPr>
          <p:cNvPr id="16" name="Rectangle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6F7D4847-7822-9143-8990-542E15CEE998}"/>
              </a:ext>
            </a:extLst>
          </p:cNvPr>
          <p:cNvSpPr/>
          <p:nvPr/>
        </p:nvSpPr>
        <p:spPr>
          <a:xfrm>
            <a:off x="1035365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ANSWER</a:t>
            </a:r>
          </a:p>
        </p:txBody>
      </p:sp>
    </p:spTree>
    <p:extLst>
      <p:ext uri="{BB962C8B-B14F-4D97-AF65-F5344CB8AC3E}">
        <p14:creationId xmlns:p14="http://schemas.microsoft.com/office/powerpoint/2010/main" val="398682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4B7F72-0BE2-5D41-93A3-4036C0E187A0}"/>
              </a:ext>
            </a:extLst>
          </p:cNvPr>
          <p:cNvSpPr/>
          <p:nvPr/>
        </p:nvSpPr>
        <p:spPr>
          <a:xfrm>
            <a:off x="877614" y="1074746"/>
            <a:ext cx="10131971" cy="3623377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E42D6-907D-C145-B4F1-F689AF0F4342}"/>
              </a:ext>
            </a:extLst>
          </p:cNvPr>
          <p:cNvSpPr/>
          <p:nvPr/>
        </p:nvSpPr>
        <p:spPr>
          <a:xfrm>
            <a:off x="877614" y="4897821"/>
            <a:ext cx="10131971" cy="1684928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6A827-B6CA-144C-B6A4-E8BD542003F8}"/>
              </a:ext>
            </a:extLst>
          </p:cNvPr>
          <p:cNvSpPr txBox="1"/>
          <p:nvPr/>
        </p:nvSpPr>
        <p:spPr>
          <a:xfrm>
            <a:off x="1163852" y="5130360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WHAT/WHO IS …..</a:t>
            </a:r>
          </a:p>
        </p:txBody>
      </p:sp>
      <p:sp>
        <p:nvSpPr>
          <p:cNvPr id="13" name="Rectangle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2A6584-086E-A24A-83B2-8E317A79AE7B}"/>
              </a:ext>
            </a:extLst>
          </p:cNvPr>
          <p:cNvSpPr/>
          <p:nvPr/>
        </p:nvSpPr>
        <p:spPr>
          <a:xfrm>
            <a:off x="9233510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2AB25-C84E-684A-A9BA-DB3E4EC00DB3}"/>
              </a:ext>
            </a:extLst>
          </p:cNvPr>
          <p:cNvSpPr txBox="1"/>
          <p:nvPr/>
        </p:nvSpPr>
        <p:spPr>
          <a:xfrm>
            <a:off x="2891525" y="1337289"/>
            <a:ext cx="61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QUESTION HERE….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2CA61-B6B5-884D-936A-EA3879EA5A5B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rgbClr val="3F1D5A"/>
                </a:solidFill>
                <a:latin typeface="Impact"/>
                <a:cs typeface="Impact"/>
              </a:rPr>
              <a:t>Category 2 Title: 200</a:t>
            </a:r>
          </a:p>
        </p:txBody>
      </p:sp>
      <p:sp>
        <p:nvSpPr>
          <p:cNvPr id="16" name="Rectangle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15CE1DF-8AA8-5F43-AB09-29349DCAE6D2}"/>
              </a:ext>
            </a:extLst>
          </p:cNvPr>
          <p:cNvSpPr/>
          <p:nvPr/>
        </p:nvSpPr>
        <p:spPr>
          <a:xfrm>
            <a:off x="1035365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ANSWER</a:t>
            </a:r>
          </a:p>
        </p:txBody>
      </p:sp>
    </p:spTree>
    <p:extLst>
      <p:ext uri="{BB962C8B-B14F-4D97-AF65-F5344CB8AC3E}">
        <p14:creationId xmlns:p14="http://schemas.microsoft.com/office/powerpoint/2010/main" val="397413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4B7F72-0BE2-5D41-93A3-4036C0E187A0}"/>
              </a:ext>
            </a:extLst>
          </p:cNvPr>
          <p:cNvSpPr/>
          <p:nvPr/>
        </p:nvSpPr>
        <p:spPr>
          <a:xfrm>
            <a:off x="877614" y="1074746"/>
            <a:ext cx="10131971" cy="3623377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E42D6-907D-C145-B4F1-F689AF0F4342}"/>
              </a:ext>
            </a:extLst>
          </p:cNvPr>
          <p:cNvSpPr/>
          <p:nvPr/>
        </p:nvSpPr>
        <p:spPr>
          <a:xfrm>
            <a:off x="877614" y="4897821"/>
            <a:ext cx="10131971" cy="1684928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6A827-B6CA-144C-B6A4-E8BD542003F8}"/>
              </a:ext>
            </a:extLst>
          </p:cNvPr>
          <p:cNvSpPr txBox="1"/>
          <p:nvPr/>
        </p:nvSpPr>
        <p:spPr>
          <a:xfrm>
            <a:off x="1163852" y="5130360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WHAT/WHO IS …..</a:t>
            </a:r>
          </a:p>
        </p:txBody>
      </p:sp>
      <p:sp>
        <p:nvSpPr>
          <p:cNvPr id="13" name="Rectangle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2A6584-086E-A24A-83B2-8E317A79AE7B}"/>
              </a:ext>
            </a:extLst>
          </p:cNvPr>
          <p:cNvSpPr/>
          <p:nvPr/>
        </p:nvSpPr>
        <p:spPr>
          <a:xfrm>
            <a:off x="9233510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2AB25-C84E-684A-A9BA-DB3E4EC00DB3}"/>
              </a:ext>
            </a:extLst>
          </p:cNvPr>
          <p:cNvSpPr txBox="1"/>
          <p:nvPr/>
        </p:nvSpPr>
        <p:spPr>
          <a:xfrm>
            <a:off x="2891525" y="1337289"/>
            <a:ext cx="61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QUESTION HERE….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2CA61-B6B5-884D-936A-EA3879EA5A5B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rgbClr val="3F1D5A"/>
                </a:solidFill>
                <a:latin typeface="Impact"/>
                <a:cs typeface="Impact"/>
              </a:rPr>
              <a:t>Category 2 Title: 300</a:t>
            </a:r>
          </a:p>
        </p:txBody>
      </p:sp>
      <p:sp>
        <p:nvSpPr>
          <p:cNvPr id="16" name="Rectangle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EEB716A-F58E-A247-82FA-A7825048FAA6}"/>
              </a:ext>
            </a:extLst>
          </p:cNvPr>
          <p:cNvSpPr/>
          <p:nvPr/>
        </p:nvSpPr>
        <p:spPr>
          <a:xfrm>
            <a:off x="1035365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ANSWER</a:t>
            </a:r>
          </a:p>
        </p:txBody>
      </p:sp>
    </p:spTree>
    <p:extLst>
      <p:ext uri="{BB962C8B-B14F-4D97-AF65-F5344CB8AC3E}">
        <p14:creationId xmlns:p14="http://schemas.microsoft.com/office/powerpoint/2010/main" val="159945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4B7F72-0BE2-5D41-93A3-4036C0E187A0}"/>
              </a:ext>
            </a:extLst>
          </p:cNvPr>
          <p:cNvSpPr/>
          <p:nvPr/>
        </p:nvSpPr>
        <p:spPr>
          <a:xfrm>
            <a:off x="877614" y="1074746"/>
            <a:ext cx="10131971" cy="3623377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E42D6-907D-C145-B4F1-F689AF0F4342}"/>
              </a:ext>
            </a:extLst>
          </p:cNvPr>
          <p:cNvSpPr/>
          <p:nvPr/>
        </p:nvSpPr>
        <p:spPr>
          <a:xfrm>
            <a:off x="877614" y="4897821"/>
            <a:ext cx="10131971" cy="1684928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6A827-B6CA-144C-B6A4-E8BD542003F8}"/>
              </a:ext>
            </a:extLst>
          </p:cNvPr>
          <p:cNvSpPr txBox="1"/>
          <p:nvPr/>
        </p:nvSpPr>
        <p:spPr>
          <a:xfrm>
            <a:off x="1163852" y="5130360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WHAT/WHO IS …..</a:t>
            </a:r>
          </a:p>
        </p:txBody>
      </p:sp>
      <p:sp>
        <p:nvSpPr>
          <p:cNvPr id="13" name="Rectangle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2A6584-086E-A24A-83B2-8E317A79AE7B}"/>
              </a:ext>
            </a:extLst>
          </p:cNvPr>
          <p:cNvSpPr/>
          <p:nvPr/>
        </p:nvSpPr>
        <p:spPr>
          <a:xfrm>
            <a:off x="9233510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2AB25-C84E-684A-A9BA-DB3E4EC00DB3}"/>
              </a:ext>
            </a:extLst>
          </p:cNvPr>
          <p:cNvSpPr txBox="1"/>
          <p:nvPr/>
        </p:nvSpPr>
        <p:spPr>
          <a:xfrm>
            <a:off x="2891525" y="1337289"/>
            <a:ext cx="61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QUESTION HERE….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2CA61-B6B5-884D-936A-EA3879EA5A5B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rgbClr val="3F1D5A"/>
                </a:solidFill>
                <a:latin typeface="Impact"/>
                <a:cs typeface="Impact"/>
              </a:rPr>
              <a:t>Category 2 Title: 400</a:t>
            </a:r>
          </a:p>
        </p:txBody>
      </p:sp>
      <p:sp>
        <p:nvSpPr>
          <p:cNvPr id="16" name="Rectangle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900D6DF-4AFE-C54B-82CF-882826954B98}"/>
              </a:ext>
            </a:extLst>
          </p:cNvPr>
          <p:cNvSpPr/>
          <p:nvPr/>
        </p:nvSpPr>
        <p:spPr>
          <a:xfrm>
            <a:off x="1035365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ANSWER</a:t>
            </a:r>
          </a:p>
        </p:txBody>
      </p:sp>
    </p:spTree>
    <p:extLst>
      <p:ext uri="{BB962C8B-B14F-4D97-AF65-F5344CB8AC3E}">
        <p14:creationId xmlns:p14="http://schemas.microsoft.com/office/powerpoint/2010/main" val="81988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4B7F72-0BE2-5D41-93A3-4036C0E187A0}"/>
              </a:ext>
            </a:extLst>
          </p:cNvPr>
          <p:cNvSpPr/>
          <p:nvPr/>
        </p:nvSpPr>
        <p:spPr>
          <a:xfrm>
            <a:off x="877614" y="1074746"/>
            <a:ext cx="10131971" cy="3623377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E42D6-907D-C145-B4F1-F689AF0F4342}"/>
              </a:ext>
            </a:extLst>
          </p:cNvPr>
          <p:cNvSpPr/>
          <p:nvPr/>
        </p:nvSpPr>
        <p:spPr>
          <a:xfrm>
            <a:off x="877614" y="4897821"/>
            <a:ext cx="10131971" cy="1684928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6A827-B6CA-144C-B6A4-E8BD542003F8}"/>
              </a:ext>
            </a:extLst>
          </p:cNvPr>
          <p:cNvSpPr txBox="1"/>
          <p:nvPr/>
        </p:nvSpPr>
        <p:spPr>
          <a:xfrm>
            <a:off x="1163852" y="5130360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WHAT/WHO IS …..</a:t>
            </a:r>
          </a:p>
        </p:txBody>
      </p:sp>
      <p:sp>
        <p:nvSpPr>
          <p:cNvPr id="13" name="Rectangle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2A6584-086E-A24A-83B2-8E317A79AE7B}"/>
              </a:ext>
            </a:extLst>
          </p:cNvPr>
          <p:cNvSpPr/>
          <p:nvPr/>
        </p:nvSpPr>
        <p:spPr>
          <a:xfrm>
            <a:off x="9233510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2AB25-C84E-684A-A9BA-DB3E4EC00DB3}"/>
              </a:ext>
            </a:extLst>
          </p:cNvPr>
          <p:cNvSpPr txBox="1"/>
          <p:nvPr/>
        </p:nvSpPr>
        <p:spPr>
          <a:xfrm>
            <a:off x="2891525" y="1337289"/>
            <a:ext cx="61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QUESTION HERE….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2CA61-B6B5-884D-936A-EA3879EA5A5B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rgbClr val="3F1D5A"/>
                </a:solidFill>
                <a:latin typeface="Impact"/>
                <a:cs typeface="Impact"/>
              </a:rPr>
              <a:t>Category 2 Title: 500</a:t>
            </a:r>
          </a:p>
        </p:txBody>
      </p:sp>
      <p:sp>
        <p:nvSpPr>
          <p:cNvPr id="16" name="Rectangle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B9A6696-3C03-A946-85F2-5149777F176F}"/>
              </a:ext>
            </a:extLst>
          </p:cNvPr>
          <p:cNvSpPr/>
          <p:nvPr/>
        </p:nvSpPr>
        <p:spPr>
          <a:xfrm>
            <a:off x="1035365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ANSWER</a:t>
            </a:r>
          </a:p>
        </p:txBody>
      </p:sp>
    </p:spTree>
    <p:extLst>
      <p:ext uri="{BB962C8B-B14F-4D97-AF65-F5344CB8AC3E}">
        <p14:creationId xmlns:p14="http://schemas.microsoft.com/office/powerpoint/2010/main" val="4088671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4B7F72-0BE2-5D41-93A3-4036C0E187A0}"/>
              </a:ext>
            </a:extLst>
          </p:cNvPr>
          <p:cNvSpPr/>
          <p:nvPr/>
        </p:nvSpPr>
        <p:spPr>
          <a:xfrm>
            <a:off x="877614" y="1074746"/>
            <a:ext cx="10131971" cy="3623377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E42D6-907D-C145-B4F1-F689AF0F4342}"/>
              </a:ext>
            </a:extLst>
          </p:cNvPr>
          <p:cNvSpPr/>
          <p:nvPr/>
        </p:nvSpPr>
        <p:spPr>
          <a:xfrm>
            <a:off x="877614" y="4897821"/>
            <a:ext cx="10131971" cy="1684928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6A827-B6CA-144C-B6A4-E8BD542003F8}"/>
              </a:ext>
            </a:extLst>
          </p:cNvPr>
          <p:cNvSpPr txBox="1"/>
          <p:nvPr/>
        </p:nvSpPr>
        <p:spPr>
          <a:xfrm>
            <a:off x="1163852" y="5130360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WHAT/WHO IS …..</a:t>
            </a:r>
          </a:p>
        </p:txBody>
      </p:sp>
      <p:sp>
        <p:nvSpPr>
          <p:cNvPr id="12" name="Rectangle 1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085F027-5704-6E4F-8490-566E93979651}"/>
              </a:ext>
            </a:extLst>
          </p:cNvPr>
          <p:cNvSpPr/>
          <p:nvPr/>
        </p:nvSpPr>
        <p:spPr>
          <a:xfrm>
            <a:off x="1035365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ANSWER</a:t>
            </a:r>
          </a:p>
        </p:txBody>
      </p:sp>
      <p:sp>
        <p:nvSpPr>
          <p:cNvPr id="13" name="Rectangle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2A6584-086E-A24A-83B2-8E317A79AE7B}"/>
              </a:ext>
            </a:extLst>
          </p:cNvPr>
          <p:cNvSpPr/>
          <p:nvPr/>
        </p:nvSpPr>
        <p:spPr>
          <a:xfrm>
            <a:off x="9233510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2AB25-C84E-684A-A9BA-DB3E4EC00DB3}"/>
              </a:ext>
            </a:extLst>
          </p:cNvPr>
          <p:cNvSpPr txBox="1"/>
          <p:nvPr/>
        </p:nvSpPr>
        <p:spPr>
          <a:xfrm>
            <a:off x="2891525" y="1337289"/>
            <a:ext cx="61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QUESTION HERE….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2CA61-B6B5-884D-936A-EA3879EA5A5B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rgbClr val="3F1D5A"/>
                </a:solidFill>
                <a:latin typeface="Impact"/>
                <a:cs typeface="Impact"/>
              </a:rPr>
              <a:t>Category 3 Title: 100</a:t>
            </a:r>
          </a:p>
        </p:txBody>
      </p:sp>
    </p:spTree>
    <p:extLst>
      <p:ext uri="{BB962C8B-B14F-4D97-AF65-F5344CB8AC3E}">
        <p14:creationId xmlns:p14="http://schemas.microsoft.com/office/powerpoint/2010/main" val="122033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4B7F72-0BE2-5D41-93A3-4036C0E187A0}"/>
              </a:ext>
            </a:extLst>
          </p:cNvPr>
          <p:cNvSpPr/>
          <p:nvPr/>
        </p:nvSpPr>
        <p:spPr>
          <a:xfrm>
            <a:off x="877614" y="1074746"/>
            <a:ext cx="10131971" cy="3623377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E42D6-907D-C145-B4F1-F689AF0F4342}"/>
              </a:ext>
            </a:extLst>
          </p:cNvPr>
          <p:cNvSpPr/>
          <p:nvPr/>
        </p:nvSpPr>
        <p:spPr>
          <a:xfrm>
            <a:off x="877614" y="4897821"/>
            <a:ext cx="10131971" cy="1684928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6A827-B6CA-144C-B6A4-E8BD542003F8}"/>
              </a:ext>
            </a:extLst>
          </p:cNvPr>
          <p:cNvSpPr txBox="1"/>
          <p:nvPr/>
        </p:nvSpPr>
        <p:spPr>
          <a:xfrm>
            <a:off x="1163852" y="5130360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WHAT/WHO IS …..</a:t>
            </a:r>
          </a:p>
        </p:txBody>
      </p:sp>
      <p:sp>
        <p:nvSpPr>
          <p:cNvPr id="12" name="Rectangle 1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085F027-5704-6E4F-8490-566E93979651}"/>
              </a:ext>
            </a:extLst>
          </p:cNvPr>
          <p:cNvSpPr/>
          <p:nvPr/>
        </p:nvSpPr>
        <p:spPr>
          <a:xfrm>
            <a:off x="1035365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ANSWER</a:t>
            </a:r>
          </a:p>
        </p:txBody>
      </p:sp>
      <p:sp>
        <p:nvSpPr>
          <p:cNvPr id="13" name="Rectangle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2A6584-086E-A24A-83B2-8E317A79AE7B}"/>
              </a:ext>
            </a:extLst>
          </p:cNvPr>
          <p:cNvSpPr/>
          <p:nvPr/>
        </p:nvSpPr>
        <p:spPr>
          <a:xfrm>
            <a:off x="9233510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2AB25-C84E-684A-A9BA-DB3E4EC00DB3}"/>
              </a:ext>
            </a:extLst>
          </p:cNvPr>
          <p:cNvSpPr txBox="1"/>
          <p:nvPr/>
        </p:nvSpPr>
        <p:spPr>
          <a:xfrm>
            <a:off x="2891525" y="1337289"/>
            <a:ext cx="61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QUESTION HERE….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2CA61-B6B5-884D-936A-EA3879EA5A5B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rgbClr val="3F1D5A"/>
                </a:solidFill>
                <a:latin typeface="Impact"/>
                <a:cs typeface="Impact"/>
              </a:rPr>
              <a:t>Category 3 Title: 200</a:t>
            </a:r>
          </a:p>
        </p:txBody>
      </p:sp>
    </p:spTree>
    <p:extLst>
      <p:ext uri="{BB962C8B-B14F-4D97-AF65-F5344CB8AC3E}">
        <p14:creationId xmlns:p14="http://schemas.microsoft.com/office/powerpoint/2010/main" val="420091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4B7F72-0BE2-5D41-93A3-4036C0E187A0}"/>
              </a:ext>
            </a:extLst>
          </p:cNvPr>
          <p:cNvSpPr/>
          <p:nvPr/>
        </p:nvSpPr>
        <p:spPr>
          <a:xfrm>
            <a:off x="877614" y="1074746"/>
            <a:ext cx="10131971" cy="3623377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E42D6-907D-C145-B4F1-F689AF0F4342}"/>
              </a:ext>
            </a:extLst>
          </p:cNvPr>
          <p:cNvSpPr/>
          <p:nvPr/>
        </p:nvSpPr>
        <p:spPr>
          <a:xfrm>
            <a:off x="877614" y="4897821"/>
            <a:ext cx="10131971" cy="1684928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6A827-B6CA-144C-B6A4-E8BD542003F8}"/>
              </a:ext>
            </a:extLst>
          </p:cNvPr>
          <p:cNvSpPr txBox="1"/>
          <p:nvPr/>
        </p:nvSpPr>
        <p:spPr>
          <a:xfrm>
            <a:off x="1163852" y="5130360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WHAT/WHO IS …..</a:t>
            </a:r>
          </a:p>
        </p:txBody>
      </p:sp>
      <p:sp>
        <p:nvSpPr>
          <p:cNvPr id="12" name="Rectangle 1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085F027-5704-6E4F-8490-566E93979651}"/>
              </a:ext>
            </a:extLst>
          </p:cNvPr>
          <p:cNvSpPr/>
          <p:nvPr/>
        </p:nvSpPr>
        <p:spPr>
          <a:xfrm>
            <a:off x="1035365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ANSWER</a:t>
            </a:r>
          </a:p>
        </p:txBody>
      </p:sp>
      <p:sp>
        <p:nvSpPr>
          <p:cNvPr id="13" name="Rectangle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2A6584-086E-A24A-83B2-8E317A79AE7B}"/>
              </a:ext>
            </a:extLst>
          </p:cNvPr>
          <p:cNvSpPr/>
          <p:nvPr/>
        </p:nvSpPr>
        <p:spPr>
          <a:xfrm>
            <a:off x="9233510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2AB25-C84E-684A-A9BA-DB3E4EC00DB3}"/>
              </a:ext>
            </a:extLst>
          </p:cNvPr>
          <p:cNvSpPr txBox="1"/>
          <p:nvPr/>
        </p:nvSpPr>
        <p:spPr>
          <a:xfrm>
            <a:off x="2891525" y="1337289"/>
            <a:ext cx="61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QUESTION HERE….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2CA61-B6B5-884D-936A-EA3879EA5A5B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rgbClr val="3F1D5A"/>
                </a:solidFill>
                <a:latin typeface="Impact"/>
                <a:cs typeface="Impact"/>
              </a:rPr>
              <a:t>Category 3 Title: 300</a:t>
            </a:r>
          </a:p>
        </p:txBody>
      </p:sp>
    </p:spTree>
    <p:extLst>
      <p:ext uri="{BB962C8B-B14F-4D97-AF65-F5344CB8AC3E}">
        <p14:creationId xmlns:p14="http://schemas.microsoft.com/office/powerpoint/2010/main" val="139382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4B7F72-0BE2-5D41-93A3-4036C0E187A0}"/>
              </a:ext>
            </a:extLst>
          </p:cNvPr>
          <p:cNvSpPr/>
          <p:nvPr/>
        </p:nvSpPr>
        <p:spPr>
          <a:xfrm>
            <a:off x="877614" y="1074746"/>
            <a:ext cx="10131971" cy="3623377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E42D6-907D-C145-B4F1-F689AF0F4342}"/>
              </a:ext>
            </a:extLst>
          </p:cNvPr>
          <p:cNvSpPr/>
          <p:nvPr/>
        </p:nvSpPr>
        <p:spPr>
          <a:xfrm>
            <a:off x="877614" y="4897821"/>
            <a:ext cx="10131971" cy="1684928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6A827-B6CA-144C-B6A4-E8BD542003F8}"/>
              </a:ext>
            </a:extLst>
          </p:cNvPr>
          <p:cNvSpPr txBox="1"/>
          <p:nvPr/>
        </p:nvSpPr>
        <p:spPr>
          <a:xfrm>
            <a:off x="1163852" y="5130360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WHAT/WHO IS …..</a:t>
            </a:r>
          </a:p>
        </p:txBody>
      </p:sp>
      <p:sp>
        <p:nvSpPr>
          <p:cNvPr id="12" name="Rectangle 1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085F027-5704-6E4F-8490-566E93979651}"/>
              </a:ext>
            </a:extLst>
          </p:cNvPr>
          <p:cNvSpPr/>
          <p:nvPr/>
        </p:nvSpPr>
        <p:spPr>
          <a:xfrm>
            <a:off x="1035365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ANSWER</a:t>
            </a:r>
          </a:p>
        </p:txBody>
      </p:sp>
      <p:sp>
        <p:nvSpPr>
          <p:cNvPr id="13" name="Rectangle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2A6584-086E-A24A-83B2-8E317A79AE7B}"/>
              </a:ext>
            </a:extLst>
          </p:cNvPr>
          <p:cNvSpPr/>
          <p:nvPr/>
        </p:nvSpPr>
        <p:spPr>
          <a:xfrm>
            <a:off x="9233510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2AB25-C84E-684A-A9BA-DB3E4EC00DB3}"/>
              </a:ext>
            </a:extLst>
          </p:cNvPr>
          <p:cNvSpPr txBox="1"/>
          <p:nvPr/>
        </p:nvSpPr>
        <p:spPr>
          <a:xfrm>
            <a:off x="2891525" y="1337289"/>
            <a:ext cx="61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QUESTION HERE….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2CA61-B6B5-884D-936A-EA3879EA5A5B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rgbClr val="3F1D5A"/>
                </a:solidFill>
                <a:latin typeface="Impact"/>
                <a:cs typeface="Impact"/>
              </a:rPr>
              <a:t>Category 3 Title: 400</a:t>
            </a:r>
          </a:p>
        </p:txBody>
      </p:sp>
    </p:spTree>
    <p:extLst>
      <p:ext uri="{BB962C8B-B14F-4D97-AF65-F5344CB8AC3E}">
        <p14:creationId xmlns:p14="http://schemas.microsoft.com/office/powerpoint/2010/main" val="265198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4B7F72-0BE2-5D41-93A3-4036C0E187A0}"/>
              </a:ext>
            </a:extLst>
          </p:cNvPr>
          <p:cNvSpPr/>
          <p:nvPr/>
        </p:nvSpPr>
        <p:spPr>
          <a:xfrm>
            <a:off x="877614" y="1074746"/>
            <a:ext cx="10131971" cy="3623377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E42D6-907D-C145-B4F1-F689AF0F4342}"/>
              </a:ext>
            </a:extLst>
          </p:cNvPr>
          <p:cNvSpPr/>
          <p:nvPr/>
        </p:nvSpPr>
        <p:spPr>
          <a:xfrm>
            <a:off x="877614" y="4897821"/>
            <a:ext cx="10131971" cy="1684928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6A827-B6CA-144C-B6A4-E8BD542003F8}"/>
              </a:ext>
            </a:extLst>
          </p:cNvPr>
          <p:cNvSpPr txBox="1"/>
          <p:nvPr/>
        </p:nvSpPr>
        <p:spPr>
          <a:xfrm>
            <a:off x="1163852" y="5130360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WHAT/WHO IS …..</a:t>
            </a:r>
          </a:p>
        </p:txBody>
      </p:sp>
      <p:sp>
        <p:nvSpPr>
          <p:cNvPr id="12" name="Rectangle 1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085F027-5704-6E4F-8490-566E93979651}"/>
              </a:ext>
            </a:extLst>
          </p:cNvPr>
          <p:cNvSpPr/>
          <p:nvPr/>
        </p:nvSpPr>
        <p:spPr>
          <a:xfrm>
            <a:off x="1035365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ANSWER</a:t>
            </a:r>
          </a:p>
        </p:txBody>
      </p:sp>
      <p:sp>
        <p:nvSpPr>
          <p:cNvPr id="13" name="Rectangle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2A6584-086E-A24A-83B2-8E317A79AE7B}"/>
              </a:ext>
            </a:extLst>
          </p:cNvPr>
          <p:cNvSpPr/>
          <p:nvPr/>
        </p:nvSpPr>
        <p:spPr>
          <a:xfrm>
            <a:off x="9233510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2AB25-C84E-684A-A9BA-DB3E4EC00DB3}"/>
              </a:ext>
            </a:extLst>
          </p:cNvPr>
          <p:cNvSpPr txBox="1"/>
          <p:nvPr/>
        </p:nvSpPr>
        <p:spPr>
          <a:xfrm>
            <a:off x="2891525" y="1337289"/>
            <a:ext cx="61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QUESTION HERE….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2CA61-B6B5-884D-936A-EA3879EA5A5B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rgbClr val="3F1D5A"/>
                </a:solidFill>
                <a:latin typeface="Impact"/>
                <a:cs typeface="Impact"/>
              </a:rPr>
              <a:t>Category 3 Title: 500</a:t>
            </a:r>
          </a:p>
        </p:txBody>
      </p:sp>
    </p:spTree>
    <p:extLst>
      <p:ext uri="{BB962C8B-B14F-4D97-AF65-F5344CB8AC3E}">
        <p14:creationId xmlns:p14="http://schemas.microsoft.com/office/powerpoint/2010/main" val="244590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4B7F72-0BE2-5D41-93A3-4036C0E187A0}"/>
              </a:ext>
            </a:extLst>
          </p:cNvPr>
          <p:cNvSpPr/>
          <p:nvPr/>
        </p:nvSpPr>
        <p:spPr>
          <a:xfrm>
            <a:off x="877614" y="1074746"/>
            <a:ext cx="10131971" cy="3623377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E42D6-907D-C145-B4F1-F689AF0F4342}"/>
              </a:ext>
            </a:extLst>
          </p:cNvPr>
          <p:cNvSpPr/>
          <p:nvPr/>
        </p:nvSpPr>
        <p:spPr>
          <a:xfrm>
            <a:off x="877614" y="4897821"/>
            <a:ext cx="10131971" cy="1684928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6A827-B6CA-144C-B6A4-E8BD542003F8}"/>
              </a:ext>
            </a:extLst>
          </p:cNvPr>
          <p:cNvSpPr txBox="1"/>
          <p:nvPr/>
        </p:nvSpPr>
        <p:spPr>
          <a:xfrm>
            <a:off x="1163852" y="5130360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WHAT/WHO IS …..</a:t>
            </a:r>
          </a:p>
        </p:txBody>
      </p:sp>
      <p:sp>
        <p:nvSpPr>
          <p:cNvPr id="12" name="Rectangle 1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085F027-5704-6E4F-8490-566E93979651}"/>
              </a:ext>
            </a:extLst>
          </p:cNvPr>
          <p:cNvSpPr/>
          <p:nvPr/>
        </p:nvSpPr>
        <p:spPr>
          <a:xfrm>
            <a:off x="1035365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ANSWER</a:t>
            </a:r>
          </a:p>
        </p:txBody>
      </p:sp>
      <p:sp>
        <p:nvSpPr>
          <p:cNvPr id="13" name="Rectangle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2A6584-086E-A24A-83B2-8E317A79AE7B}"/>
              </a:ext>
            </a:extLst>
          </p:cNvPr>
          <p:cNvSpPr/>
          <p:nvPr/>
        </p:nvSpPr>
        <p:spPr>
          <a:xfrm>
            <a:off x="9233510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2AB25-C84E-684A-A9BA-DB3E4EC00DB3}"/>
              </a:ext>
            </a:extLst>
          </p:cNvPr>
          <p:cNvSpPr txBox="1"/>
          <p:nvPr/>
        </p:nvSpPr>
        <p:spPr>
          <a:xfrm>
            <a:off x="2891525" y="1337289"/>
            <a:ext cx="61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QUESTION HERE….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2CA61-B6B5-884D-936A-EA3879EA5A5B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rgbClr val="3F1D5A"/>
                </a:solidFill>
                <a:latin typeface="Impact"/>
                <a:cs typeface="Impact"/>
              </a:rPr>
              <a:t>Category 4 Title: 100</a:t>
            </a:r>
          </a:p>
        </p:txBody>
      </p:sp>
    </p:spTree>
    <p:extLst>
      <p:ext uri="{BB962C8B-B14F-4D97-AF65-F5344CB8AC3E}">
        <p14:creationId xmlns:p14="http://schemas.microsoft.com/office/powerpoint/2010/main" val="223834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4B7F72-0BE2-5D41-93A3-4036C0E187A0}"/>
              </a:ext>
            </a:extLst>
          </p:cNvPr>
          <p:cNvSpPr/>
          <p:nvPr/>
        </p:nvSpPr>
        <p:spPr>
          <a:xfrm>
            <a:off x="877614" y="1074746"/>
            <a:ext cx="10131971" cy="3623377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E42D6-907D-C145-B4F1-F689AF0F4342}"/>
              </a:ext>
            </a:extLst>
          </p:cNvPr>
          <p:cNvSpPr/>
          <p:nvPr/>
        </p:nvSpPr>
        <p:spPr>
          <a:xfrm>
            <a:off x="877614" y="4897821"/>
            <a:ext cx="10131971" cy="1684928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6A827-B6CA-144C-B6A4-E8BD542003F8}"/>
              </a:ext>
            </a:extLst>
          </p:cNvPr>
          <p:cNvSpPr txBox="1"/>
          <p:nvPr/>
        </p:nvSpPr>
        <p:spPr>
          <a:xfrm>
            <a:off x="1163852" y="5130360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WHAT/WHO IS …..</a:t>
            </a:r>
          </a:p>
        </p:txBody>
      </p:sp>
      <p:sp>
        <p:nvSpPr>
          <p:cNvPr id="12" name="Rectangle 1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085F027-5704-6E4F-8490-566E93979651}"/>
              </a:ext>
            </a:extLst>
          </p:cNvPr>
          <p:cNvSpPr/>
          <p:nvPr/>
        </p:nvSpPr>
        <p:spPr>
          <a:xfrm>
            <a:off x="1035365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ANSWER</a:t>
            </a:r>
          </a:p>
        </p:txBody>
      </p:sp>
      <p:sp>
        <p:nvSpPr>
          <p:cNvPr id="13" name="Rectangle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2A6584-086E-A24A-83B2-8E317A79AE7B}"/>
              </a:ext>
            </a:extLst>
          </p:cNvPr>
          <p:cNvSpPr/>
          <p:nvPr/>
        </p:nvSpPr>
        <p:spPr>
          <a:xfrm>
            <a:off x="9233510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2AB25-C84E-684A-A9BA-DB3E4EC00DB3}"/>
              </a:ext>
            </a:extLst>
          </p:cNvPr>
          <p:cNvSpPr txBox="1"/>
          <p:nvPr/>
        </p:nvSpPr>
        <p:spPr>
          <a:xfrm>
            <a:off x="2891525" y="1337289"/>
            <a:ext cx="61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QUESTION HERE….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2CA61-B6B5-884D-936A-EA3879EA5A5B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rgbClr val="3F1D5A"/>
                </a:solidFill>
                <a:latin typeface="Impact"/>
                <a:cs typeface="Impact"/>
              </a:rPr>
              <a:t>Category 4 Title: 200</a:t>
            </a:r>
          </a:p>
        </p:txBody>
      </p:sp>
    </p:spTree>
    <p:extLst>
      <p:ext uri="{BB962C8B-B14F-4D97-AF65-F5344CB8AC3E}">
        <p14:creationId xmlns:p14="http://schemas.microsoft.com/office/powerpoint/2010/main" val="306398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4B7F72-0BE2-5D41-93A3-4036C0E187A0}"/>
              </a:ext>
            </a:extLst>
          </p:cNvPr>
          <p:cNvSpPr/>
          <p:nvPr/>
        </p:nvSpPr>
        <p:spPr>
          <a:xfrm>
            <a:off x="877614" y="1074746"/>
            <a:ext cx="10131971" cy="3623377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E42D6-907D-C145-B4F1-F689AF0F4342}"/>
              </a:ext>
            </a:extLst>
          </p:cNvPr>
          <p:cNvSpPr/>
          <p:nvPr/>
        </p:nvSpPr>
        <p:spPr>
          <a:xfrm>
            <a:off x="877614" y="4897821"/>
            <a:ext cx="10131971" cy="1684928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6A827-B6CA-144C-B6A4-E8BD542003F8}"/>
              </a:ext>
            </a:extLst>
          </p:cNvPr>
          <p:cNvSpPr txBox="1"/>
          <p:nvPr/>
        </p:nvSpPr>
        <p:spPr>
          <a:xfrm>
            <a:off x="1163852" y="5130360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WHAT/WHO IS …..</a:t>
            </a:r>
          </a:p>
        </p:txBody>
      </p:sp>
      <p:sp>
        <p:nvSpPr>
          <p:cNvPr id="12" name="Rectangle 1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085F027-5704-6E4F-8490-566E93979651}"/>
              </a:ext>
            </a:extLst>
          </p:cNvPr>
          <p:cNvSpPr/>
          <p:nvPr/>
        </p:nvSpPr>
        <p:spPr>
          <a:xfrm>
            <a:off x="1035365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ANSWER</a:t>
            </a:r>
          </a:p>
        </p:txBody>
      </p:sp>
      <p:sp>
        <p:nvSpPr>
          <p:cNvPr id="13" name="Rectangle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2A6584-086E-A24A-83B2-8E317A79AE7B}"/>
              </a:ext>
            </a:extLst>
          </p:cNvPr>
          <p:cNvSpPr/>
          <p:nvPr/>
        </p:nvSpPr>
        <p:spPr>
          <a:xfrm>
            <a:off x="9233510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2AB25-C84E-684A-A9BA-DB3E4EC00DB3}"/>
              </a:ext>
            </a:extLst>
          </p:cNvPr>
          <p:cNvSpPr txBox="1"/>
          <p:nvPr/>
        </p:nvSpPr>
        <p:spPr>
          <a:xfrm>
            <a:off x="2891525" y="1337289"/>
            <a:ext cx="61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QUESTION HERE….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2CA61-B6B5-884D-936A-EA3879EA5A5B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rgbClr val="3F1D5A"/>
                </a:solidFill>
                <a:latin typeface="Impact"/>
                <a:cs typeface="Impact"/>
              </a:rPr>
              <a:t>Category 4 Title: 300</a:t>
            </a:r>
          </a:p>
        </p:txBody>
      </p:sp>
    </p:spTree>
    <p:extLst>
      <p:ext uri="{BB962C8B-B14F-4D97-AF65-F5344CB8AC3E}">
        <p14:creationId xmlns:p14="http://schemas.microsoft.com/office/powerpoint/2010/main" val="479499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4B7F72-0BE2-5D41-93A3-4036C0E187A0}"/>
              </a:ext>
            </a:extLst>
          </p:cNvPr>
          <p:cNvSpPr/>
          <p:nvPr/>
        </p:nvSpPr>
        <p:spPr>
          <a:xfrm>
            <a:off x="877614" y="1074746"/>
            <a:ext cx="10131971" cy="3623377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E42D6-907D-C145-B4F1-F689AF0F4342}"/>
              </a:ext>
            </a:extLst>
          </p:cNvPr>
          <p:cNvSpPr/>
          <p:nvPr/>
        </p:nvSpPr>
        <p:spPr>
          <a:xfrm>
            <a:off x="877614" y="4897821"/>
            <a:ext cx="10131971" cy="1684928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6A827-B6CA-144C-B6A4-E8BD542003F8}"/>
              </a:ext>
            </a:extLst>
          </p:cNvPr>
          <p:cNvSpPr txBox="1"/>
          <p:nvPr/>
        </p:nvSpPr>
        <p:spPr>
          <a:xfrm>
            <a:off x="1163852" y="5130360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WHAT/WHO IS …..</a:t>
            </a:r>
          </a:p>
        </p:txBody>
      </p:sp>
      <p:sp>
        <p:nvSpPr>
          <p:cNvPr id="12" name="Rectangle 1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085F027-5704-6E4F-8490-566E93979651}"/>
              </a:ext>
            </a:extLst>
          </p:cNvPr>
          <p:cNvSpPr/>
          <p:nvPr/>
        </p:nvSpPr>
        <p:spPr>
          <a:xfrm>
            <a:off x="1035365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ANSWER</a:t>
            </a:r>
          </a:p>
        </p:txBody>
      </p:sp>
      <p:sp>
        <p:nvSpPr>
          <p:cNvPr id="13" name="Rectangle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2A6584-086E-A24A-83B2-8E317A79AE7B}"/>
              </a:ext>
            </a:extLst>
          </p:cNvPr>
          <p:cNvSpPr/>
          <p:nvPr/>
        </p:nvSpPr>
        <p:spPr>
          <a:xfrm>
            <a:off x="9233510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2AB25-C84E-684A-A9BA-DB3E4EC00DB3}"/>
              </a:ext>
            </a:extLst>
          </p:cNvPr>
          <p:cNvSpPr txBox="1"/>
          <p:nvPr/>
        </p:nvSpPr>
        <p:spPr>
          <a:xfrm>
            <a:off x="2891525" y="1337289"/>
            <a:ext cx="61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QUESTION HERE….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2CA61-B6B5-884D-936A-EA3879EA5A5B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rgbClr val="3F1D5A"/>
                </a:solidFill>
                <a:latin typeface="Impact"/>
                <a:cs typeface="Impact"/>
              </a:rPr>
              <a:t>Category 4 Title: 400</a:t>
            </a:r>
          </a:p>
        </p:txBody>
      </p:sp>
    </p:spTree>
    <p:extLst>
      <p:ext uri="{BB962C8B-B14F-4D97-AF65-F5344CB8AC3E}">
        <p14:creationId xmlns:p14="http://schemas.microsoft.com/office/powerpoint/2010/main" val="159319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4B7F72-0BE2-5D41-93A3-4036C0E187A0}"/>
              </a:ext>
            </a:extLst>
          </p:cNvPr>
          <p:cNvSpPr/>
          <p:nvPr/>
        </p:nvSpPr>
        <p:spPr>
          <a:xfrm>
            <a:off x="877614" y="1074746"/>
            <a:ext cx="10131971" cy="3623377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E42D6-907D-C145-B4F1-F689AF0F4342}"/>
              </a:ext>
            </a:extLst>
          </p:cNvPr>
          <p:cNvSpPr/>
          <p:nvPr/>
        </p:nvSpPr>
        <p:spPr>
          <a:xfrm>
            <a:off x="877614" y="4897821"/>
            <a:ext cx="10131971" cy="1684928"/>
          </a:xfrm>
          <a:prstGeom prst="rect">
            <a:avLst/>
          </a:prstGeom>
          <a:solidFill>
            <a:srgbClr val="3F1D5A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6A827-B6CA-144C-B6A4-E8BD542003F8}"/>
              </a:ext>
            </a:extLst>
          </p:cNvPr>
          <p:cNvSpPr txBox="1"/>
          <p:nvPr/>
        </p:nvSpPr>
        <p:spPr>
          <a:xfrm>
            <a:off x="1163852" y="5130360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WHAT/WHO IS …..</a:t>
            </a:r>
          </a:p>
        </p:txBody>
      </p:sp>
      <p:sp>
        <p:nvSpPr>
          <p:cNvPr id="12" name="Rectangle 1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085F027-5704-6E4F-8490-566E93979651}"/>
              </a:ext>
            </a:extLst>
          </p:cNvPr>
          <p:cNvSpPr/>
          <p:nvPr/>
        </p:nvSpPr>
        <p:spPr>
          <a:xfrm>
            <a:off x="1035365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ANSWER</a:t>
            </a:r>
          </a:p>
        </p:txBody>
      </p:sp>
      <p:sp>
        <p:nvSpPr>
          <p:cNvPr id="13" name="Rectangle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2A6584-086E-A24A-83B2-8E317A79AE7B}"/>
              </a:ext>
            </a:extLst>
          </p:cNvPr>
          <p:cNvSpPr/>
          <p:nvPr/>
        </p:nvSpPr>
        <p:spPr>
          <a:xfrm>
            <a:off x="9233510" y="4022956"/>
            <a:ext cx="1618423" cy="467264"/>
          </a:xfrm>
          <a:prstGeom prst="rect">
            <a:avLst/>
          </a:prstGeom>
          <a:solidFill>
            <a:schemeClr val="tx1">
              <a:lumMod val="95000"/>
            </a:schemeClr>
          </a:solidFill>
          <a:ln w="57150"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>
                <a:solidFill>
                  <a:srgbClr val="3F1D5A"/>
                </a:solidFill>
              </a:rPr>
              <a:t>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2AB25-C84E-684A-A9BA-DB3E4EC00DB3}"/>
              </a:ext>
            </a:extLst>
          </p:cNvPr>
          <p:cNvSpPr txBox="1"/>
          <p:nvPr/>
        </p:nvSpPr>
        <p:spPr>
          <a:xfrm>
            <a:off x="2891525" y="1337289"/>
            <a:ext cx="61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QUESTION HERE….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2CA61-B6B5-884D-936A-EA3879EA5A5B}"/>
              </a:ext>
            </a:extLst>
          </p:cNvPr>
          <p:cNvSpPr txBox="1"/>
          <p:nvPr/>
        </p:nvSpPr>
        <p:spPr>
          <a:xfrm>
            <a:off x="149407" y="164256"/>
            <a:ext cx="4023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rgbClr val="3F1D5A"/>
                </a:solidFill>
                <a:latin typeface="Impact"/>
                <a:cs typeface="Impact"/>
              </a:rPr>
              <a:t>Category 4 Title: 500</a:t>
            </a:r>
          </a:p>
        </p:txBody>
      </p:sp>
    </p:spTree>
    <p:extLst>
      <p:ext uri="{BB962C8B-B14F-4D97-AF65-F5344CB8AC3E}">
        <p14:creationId xmlns:p14="http://schemas.microsoft.com/office/powerpoint/2010/main" val="2236119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1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5CA461B-A88B-4917-A002-B3E1215F3129}"/>
              </a:ext>
            </a:extLst>
          </p:cNvPr>
          <p:cNvSpPr/>
          <p:nvPr/>
        </p:nvSpPr>
        <p:spPr>
          <a:xfrm>
            <a:off x="1080156" y="1746522"/>
            <a:ext cx="8962220" cy="67710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lvl="0" defTabSz="457200">
              <a:defRPr/>
            </a:pPr>
            <a:r>
              <a:rPr lang="en-US" sz="4400" b="1">
                <a:latin typeface="Calibri" panose="020F0502020204030204" pitchFamily="34" charset="0"/>
                <a:cs typeface="Calibri" panose="020F0502020204030204" pitchFamily="34" charset="0"/>
              </a:rPr>
              <a:t>GREAT JOB!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2666497"/>
            <a:ext cx="799314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17EF019A-7E11-4FDB-AC66-00D00EF394C0}"/>
              </a:ext>
            </a:extLst>
          </p:cNvPr>
          <p:cNvSpPr/>
          <p:nvPr/>
        </p:nvSpPr>
        <p:spPr>
          <a:xfrm>
            <a:off x="1080156" y="3087876"/>
            <a:ext cx="6507757" cy="8309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defTabSz="457200">
              <a:defRPr/>
            </a:pPr>
            <a:r>
              <a:rPr lang="en-US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So, who won?</a:t>
            </a:r>
          </a:p>
          <a:p>
            <a:pPr defTabSz="457200">
              <a:defRPr/>
            </a:pPr>
            <a:endParaRPr lang="en-US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457200">
              <a:defRPr/>
            </a:pPr>
            <a:r>
              <a:rPr lang="en-US">
                <a:solidFill>
                  <a:srgbClr val="FFFFFF"/>
                </a:solidFill>
                <a:latin typeface="Calibri"/>
                <a:cs typeface="Calibri"/>
              </a:rPr>
              <a:t>Office of Digital Learning &amp; Innovation</a:t>
            </a:r>
            <a:endParaRPr lang="en-US"/>
          </a:p>
        </p:txBody>
      </p:sp>
      <p:sp>
        <p:nvSpPr>
          <p:cNvPr id="9" name="Right Triangle 8"/>
          <p:cNvSpPr/>
          <p:nvPr/>
        </p:nvSpPr>
        <p:spPr>
          <a:xfrm rot="10800000">
            <a:off x="7355416" y="0"/>
            <a:ext cx="4531784" cy="3142956"/>
          </a:xfrm>
          <a:prstGeom prst="rtTriangle">
            <a:avLst/>
          </a:prstGeom>
          <a:solidFill>
            <a:schemeClr val="tx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mainLogo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964" y="195974"/>
            <a:ext cx="1919412" cy="843619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6975556" y="-72766"/>
            <a:ext cx="5134268" cy="3638575"/>
          </a:xfrm>
          <a:prstGeom prst="line">
            <a:avLst/>
          </a:prstGeom>
          <a:ln w="76200" cmpd="sng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044202" y="273375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7421180" y="550178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7801870" y="842349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8178848" y="1119152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8593252" y="1402071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8970230" y="1678874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9350920" y="1971045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9727898" y="2247848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10118702" y="2508661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0533106" y="2791580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0910084" y="3068383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1290774" y="3360554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11667752" y="3637357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6659504" y="-17462"/>
            <a:ext cx="361310" cy="328185"/>
          </a:xfrm>
          <a:prstGeom prst="ellipse">
            <a:avLst/>
          </a:prstGeom>
          <a:solidFill>
            <a:srgbClr val="F7CE4C"/>
          </a:solidFill>
          <a:ln>
            <a:solidFill>
              <a:srgbClr val="F7CE4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17960"/>
      </p:ext>
    </p:extLst>
  </p:cSld>
  <p:clrMapOvr>
    <a:masterClrMapping/>
  </p:clrMapOvr>
</p:sld>
</file>

<file path=ppt/theme/theme1.xml><?xml version="1.0" encoding="utf-8"?>
<a:theme xmlns:a="http://schemas.openxmlformats.org/drawingml/2006/main" name=" Black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F59ECE791E1D4B82EC254E1D2D1093" ma:contentTypeVersion="13" ma:contentTypeDescription="Create a new document." ma:contentTypeScope="" ma:versionID="8c9432f440b7ecde922ff5cd32b3edcb">
  <xsd:schema xmlns:xsd="http://www.w3.org/2001/XMLSchema" xmlns:xs="http://www.w3.org/2001/XMLSchema" xmlns:p="http://schemas.microsoft.com/office/2006/metadata/properties" xmlns:ns2="a014e970-da5e-4088-a0d0-2aa3c5b6aa38" xmlns:ns3="14ba601d-3c7d-4b9d-9954-1b70fb840f2f" targetNamespace="http://schemas.microsoft.com/office/2006/metadata/properties" ma:root="true" ma:fieldsID="5df424a7f2025da1a9a7dcb0850f57e5" ns2:_="" ns3:_="">
    <xsd:import namespace="a014e970-da5e-4088-a0d0-2aa3c5b6aa38"/>
    <xsd:import namespace="14ba601d-3c7d-4b9d-9954-1b70fb840f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14e970-da5e-4088-a0d0-2aa3c5b6aa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ba601d-3c7d-4b9d-9954-1b70fb840f2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D1EB3C-3ECA-423E-9739-11F9767D84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79D805-4563-4209-A7A9-82E2B48E3A04}">
  <ds:schemaRefs>
    <ds:schemaRef ds:uri="14ba601d-3c7d-4b9d-9954-1b70fb840f2f"/>
    <ds:schemaRef ds:uri="a014e970-da5e-4088-a0d0-2aa3c5b6aa3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34D298F-E9C6-46EB-BFA5-D5A6166E53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14e970-da5e-4088-a0d0-2aa3c5b6aa38"/>
    <ds:schemaRef ds:uri="14ba601d-3c7d-4b9d-9954-1b70fb840f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 Black .thmx</Template>
  <TotalTime>1</TotalTime>
  <Words>481</Words>
  <Application>Microsoft Office PowerPoint</Application>
  <PresentationFormat>Custom</PresentationFormat>
  <Paragraphs>154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Impact</vt:lpstr>
      <vt:lpstr> Black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Hannah Glatt</dc:creator>
  <cp:lastModifiedBy>Shaheen Lakdawalla</cp:lastModifiedBy>
  <cp:revision>2</cp:revision>
  <dcterms:created xsi:type="dcterms:W3CDTF">2021-06-08T08:36:13Z</dcterms:created>
  <dcterms:modified xsi:type="dcterms:W3CDTF">2023-05-25T08:52:52Z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0x01010078F59ECE791E1D4B82EC254E1D2D1093</vt:lpwstr>
  </property>
</Properties>
</file>