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737" r:id="rId2"/>
    <p:sldId id="73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2F2BD9-8586-4C1F-A7F5-16A88537524E}" v="27" dt="2023-04-26T08:42:25.7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24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ma Alsagaf" userId="ef587b5e-378a-4bb3-aa9f-3c15b98138a4" providerId="ADAL" clId="{102F2BD9-8586-4C1F-A7F5-16A88537524E}"/>
    <pc:docChg chg="undo redo custSel addSld delSld modSld">
      <pc:chgData name="Fatma Alsagaf" userId="ef587b5e-378a-4bb3-aa9f-3c15b98138a4" providerId="ADAL" clId="{102F2BD9-8586-4C1F-A7F5-16A88537524E}" dt="2023-04-26T08:45:22.354" v="209" actId="207"/>
      <pc:docMkLst>
        <pc:docMk/>
      </pc:docMkLst>
      <pc:sldChg chg="addSp delSp modSp add del mod">
        <pc:chgData name="Fatma Alsagaf" userId="ef587b5e-378a-4bb3-aa9f-3c15b98138a4" providerId="ADAL" clId="{102F2BD9-8586-4C1F-A7F5-16A88537524E}" dt="2023-04-26T08:42:48.049" v="152" actId="47"/>
        <pc:sldMkLst>
          <pc:docMk/>
          <pc:sldMk cId="3791209956" sldId="735"/>
        </pc:sldMkLst>
        <pc:spChg chg="add mod topLvl">
          <ac:chgData name="Fatma Alsagaf" userId="ef587b5e-378a-4bb3-aa9f-3c15b98138a4" providerId="ADAL" clId="{102F2BD9-8586-4C1F-A7F5-16A88537524E}" dt="2023-04-26T08:41:44.846" v="134" actId="164"/>
          <ac:spMkLst>
            <pc:docMk/>
            <pc:sldMk cId="3791209956" sldId="735"/>
            <ac:spMk id="2" creationId="{38EA07CD-79D7-8061-0417-E48B3F3F80E6}"/>
          </ac:spMkLst>
        </pc:spChg>
        <pc:spChg chg="add mod topLvl">
          <ac:chgData name="Fatma Alsagaf" userId="ef587b5e-378a-4bb3-aa9f-3c15b98138a4" providerId="ADAL" clId="{102F2BD9-8586-4C1F-A7F5-16A88537524E}" dt="2023-04-26T08:40:14.619" v="118" actId="165"/>
          <ac:spMkLst>
            <pc:docMk/>
            <pc:sldMk cId="3791209956" sldId="735"/>
            <ac:spMk id="3" creationId="{6BE91A9F-1E81-FBF3-230E-1FAD6786A58D}"/>
          </ac:spMkLst>
        </pc:spChg>
        <pc:spChg chg="mod">
          <ac:chgData name="Fatma Alsagaf" userId="ef587b5e-378a-4bb3-aa9f-3c15b98138a4" providerId="ADAL" clId="{102F2BD9-8586-4C1F-A7F5-16A88537524E}" dt="2023-04-26T08:36:38.416" v="74" actId="1076"/>
          <ac:spMkLst>
            <pc:docMk/>
            <pc:sldMk cId="3791209956" sldId="735"/>
            <ac:spMk id="4" creationId="{5012513F-E89B-4D30-B60B-1A00D784847C}"/>
          </ac:spMkLst>
        </pc:spChg>
        <pc:spChg chg="add mod">
          <ac:chgData name="Fatma Alsagaf" userId="ef587b5e-378a-4bb3-aa9f-3c15b98138a4" providerId="ADAL" clId="{102F2BD9-8586-4C1F-A7F5-16A88537524E}" dt="2023-04-26T08:41:48.040" v="136" actId="14100"/>
          <ac:spMkLst>
            <pc:docMk/>
            <pc:sldMk cId="3791209956" sldId="735"/>
            <ac:spMk id="7" creationId="{47B21601-1FC8-AA38-7CC5-07C4C251AF76}"/>
          </ac:spMkLst>
        </pc:spChg>
        <pc:spChg chg="mod">
          <ac:chgData name="Fatma Alsagaf" userId="ef587b5e-378a-4bb3-aa9f-3c15b98138a4" providerId="ADAL" clId="{102F2BD9-8586-4C1F-A7F5-16A88537524E}" dt="2023-04-26T08:37:04.094" v="80" actId="20577"/>
          <ac:spMkLst>
            <pc:docMk/>
            <pc:sldMk cId="3791209956" sldId="735"/>
            <ac:spMk id="35" creationId="{C14BD849-363C-4956-9AE4-B191E53A3CD3}"/>
          </ac:spMkLst>
        </pc:spChg>
        <pc:grpChg chg="add del mod">
          <ac:chgData name="Fatma Alsagaf" userId="ef587b5e-378a-4bb3-aa9f-3c15b98138a4" providerId="ADAL" clId="{102F2BD9-8586-4C1F-A7F5-16A88537524E}" dt="2023-04-26T08:40:14.619" v="118" actId="165"/>
          <ac:grpSpMkLst>
            <pc:docMk/>
            <pc:sldMk cId="3791209956" sldId="735"/>
            <ac:grpSpMk id="5" creationId="{4E805612-BF0F-6EB6-9B83-BBA1545B78FE}"/>
          </ac:grpSpMkLst>
        </pc:grpChg>
        <pc:grpChg chg="add mod">
          <ac:chgData name="Fatma Alsagaf" userId="ef587b5e-378a-4bb3-aa9f-3c15b98138a4" providerId="ADAL" clId="{102F2BD9-8586-4C1F-A7F5-16A88537524E}" dt="2023-04-26T08:41:44.846" v="134" actId="164"/>
          <ac:grpSpMkLst>
            <pc:docMk/>
            <pc:sldMk cId="3791209956" sldId="735"/>
            <ac:grpSpMk id="8" creationId="{89F406FC-A199-36C0-3E12-54D0C7F5A351}"/>
          </ac:grpSpMkLst>
        </pc:grpChg>
        <pc:picChg chg="mod topLvl">
          <ac:chgData name="Fatma Alsagaf" userId="ef587b5e-378a-4bb3-aa9f-3c15b98138a4" providerId="ADAL" clId="{102F2BD9-8586-4C1F-A7F5-16A88537524E}" dt="2023-04-26T08:41:44.846" v="134" actId="164"/>
          <ac:picMkLst>
            <pc:docMk/>
            <pc:sldMk cId="3791209956" sldId="735"/>
            <ac:picMk id="6" creationId="{AF0268E2-3239-494D-8687-F1652C39B474}"/>
          </ac:picMkLst>
        </pc:picChg>
      </pc:sldChg>
      <pc:sldChg chg="addSp delSp modSp add mod">
        <pc:chgData name="Fatma Alsagaf" userId="ef587b5e-378a-4bb3-aa9f-3c15b98138a4" providerId="ADAL" clId="{102F2BD9-8586-4C1F-A7F5-16A88537524E}" dt="2023-04-26T08:45:22.354" v="209" actId="207"/>
        <pc:sldMkLst>
          <pc:docMk/>
          <pc:sldMk cId="3756501402" sldId="736"/>
        </pc:sldMkLst>
        <pc:spChg chg="add del mod">
          <ac:chgData name="Fatma Alsagaf" userId="ef587b5e-378a-4bb3-aa9f-3c15b98138a4" providerId="ADAL" clId="{102F2BD9-8586-4C1F-A7F5-16A88537524E}" dt="2023-04-26T08:37:36.423" v="84"/>
          <ac:spMkLst>
            <pc:docMk/>
            <pc:sldMk cId="3756501402" sldId="736"/>
            <ac:spMk id="2" creationId="{237A4CAA-9D8C-9E37-CD66-C5318700EA6E}"/>
          </ac:spMkLst>
        </pc:spChg>
        <pc:spChg chg="add mod">
          <ac:chgData name="Fatma Alsagaf" userId="ef587b5e-378a-4bb3-aa9f-3c15b98138a4" providerId="ADAL" clId="{102F2BD9-8586-4C1F-A7F5-16A88537524E}" dt="2023-04-26T08:39:05.270" v="100" actId="21"/>
          <ac:spMkLst>
            <pc:docMk/>
            <pc:sldMk cId="3756501402" sldId="736"/>
            <ac:spMk id="3" creationId="{585C37FB-22BD-263D-B305-D80B21ED275F}"/>
          </ac:spMkLst>
        </pc:spChg>
        <pc:spChg chg="del">
          <ac:chgData name="Fatma Alsagaf" userId="ef587b5e-378a-4bb3-aa9f-3c15b98138a4" providerId="ADAL" clId="{102F2BD9-8586-4C1F-A7F5-16A88537524E}" dt="2023-04-26T08:37:22.156" v="81" actId="478"/>
          <ac:spMkLst>
            <pc:docMk/>
            <pc:sldMk cId="3756501402" sldId="736"/>
            <ac:spMk id="16" creationId="{60DAB671-BACB-41A0-8540-5A29644C1771}"/>
          </ac:spMkLst>
        </pc:spChg>
        <pc:spChg chg="mod">
          <ac:chgData name="Fatma Alsagaf" userId="ef587b5e-378a-4bb3-aa9f-3c15b98138a4" providerId="ADAL" clId="{102F2BD9-8586-4C1F-A7F5-16A88537524E}" dt="2023-04-26T08:44:07.386" v="180" actId="20577"/>
          <ac:spMkLst>
            <pc:docMk/>
            <pc:sldMk cId="3756501402" sldId="736"/>
            <ac:spMk id="17" creationId="{6FC7122E-58BE-4C75-B6C3-3038794EA908}"/>
          </ac:spMkLst>
        </pc:spChg>
        <pc:spChg chg="mod">
          <ac:chgData name="Fatma Alsagaf" userId="ef587b5e-378a-4bb3-aa9f-3c15b98138a4" providerId="ADAL" clId="{102F2BD9-8586-4C1F-A7F5-16A88537524E}" dt="2023-04-26T08:44:29.887" v="189" actId="6549"/>
          <ac:spMkLst>
            <pc:docMk/>
            <pc:sldMk cId="3756501402" sldId="736"/>
            <ac:spMk id="24" creationId="{5CC12B87-FC95-40C4-A9F8-A5897FBBCB9F}"/>
          </ac:spMkLst>
        </pc:spChg>
        <pc:spChg chg="mod">
          <ac:chgData name="Fatma Alsagaf" userId="ef587b5e-378a-4bb3-aa9f-3c15b98138a4" providerId="ADAL" clId="{102F2BD9-8586-4C1F-A7F5-16A88537524E}" dt="2023-04-26T08:44:35.626" v="193" actId="6549"/>
          <ac:spMkLst>
            <pc:docMk/>
            <pc:sldMk cId="3756501402" sldId="736"/>
            <ac:spMk id="25" creationId="{57FBD49F-7EEC-4578-ACBC-5A702644C2AA}"/>
          </ac:spMkLst>
        </pc:spChg>
        <pc:spChg chg="mod">
          <ac:chgData name="Fatma Alsagaf" userId="ef587b5e-378a-4bb3-aa9f-3c15b98138a4" providerId="ADAL" clId="{102F2BD9-8586-4C1F-A7F5-16A88537524E}" dt="2023-04-26T08:44:43.262" v="197" actId="6549"/>
          <ac:spMkLst>
            <pc:docMk/>
            <pc:sldMk cId="3756501402" sldId="736"/>
            <ac:spMk id="27" creationId="{241146A4-CCAD-45DF-BF70-862E6ACB2B79}"/>
          </ac:spMkLst>
        </pc:spChg>
        <pc:spChg chg="mod">
          <ac:chgData name="Fatma Alsagaf" userId="ef587b5e-378a-4bb3-aa9f-3c15b98138a4" providerId="ADAL" clId="{102F2BD9-8586-4C1F-A7F5-16A88537524E}" dt="2023-04-26T08:44:57.930" v="208" actId="20577"/>
          <ac:spMkLst>
            <pc:docMk/>
            <pc:sldMk cId="3756501402" sldId="736"/>
            <ac:spMk id="28" creationId="{8070807E-46BD-4D71-81D2-2E9420E7E514}"/>
          </ac:spMkLst>
        </pc:spChg>
        <pc:spChg chg="mod">
          <ac:chgData name="Fatma Alsagaf" userId="ef587b5e-378a-4bb3-aa9f-3c15b98138a4" providerId="ADAL" clId="{102F2BD9-8586-4C1F-A7F5-16A88537524E}" dt="2023-04-26T08:43:13.105" v="157" actId="6549"/>
          <ac:spMkLst>
            <pc:docMk/>
            <pc:sldMk cId="3756501402" sldId="736"/>
            <ac:spMk id="32" creationId="{5174926A-8ED4-4F0B-BB9A-A933F404BF03}"/>
          </ac:spMkLst>
        </pc:spChg>
        <pc:spChg chg="mod">
          <ac:chgData name="Fatma Alsagaf" userId="ef587b5e-378a-4bb3-aa9f-3c15b98138a4" providerId="ADAL" clId="{102F2BD9-8586-4C1F-A7F5-16A88537524E}" dt="2023-04-26T08:43:11.477" v="156" actId="6549"/>
          <ac:spMkLst>
            <pc:docMk/>
            <pc:sldMk cId="3756501402" sldId="736"/>
            <ac:spMk id="33" creationId="{24D0BAD6-CF97-4350-B019-AE4CD9E485C8}"/>
          </ac:spMkLst>
        </pc:spChg>
        <pc:spChg chg="del mod">
          <ac:chgData name="Fatma Alsagaf" userId="ef587b5e-378a-4bb3-aa9f-3c15b98138a4" providerId="ADAL" clId="{102F2BD9-8586-4C1F-A7F5-16A88537524E}" dt="2023-04-26T08:40:01.095" v="117" actId="478"/>
          <ac:spMkLst>
            <pc:docMk/>
            <pc:sldMk cId="3756501402" sldId="736"/>
            <ac:spMk id="34" creationId="{CA128562-B085-4006-A59C-A4FD75E6577E}"/>
          </ac:spMkLst>
        </pc:spChg>
        <pc:spChg chg="mod">
          <ac:chgData name="Fatma Alsagaf" userId="ef587b5e-378a-4bb3-aa9f-3c15b98138a4" providerId="ADAL" clId="{102F2BD9-8586-4C1F-A7F5-16A88537524E}" dt="2023-04-26T08:37:46.571" v="86" actId="1076"/>
          <ac:spMkLst>
            <pc:docMk/>
            <pc:sldMk cId="3756501402" sldId="736"/>
            <ac:spMk id="36" creationId="{478437B4-482F-45AF-AA16-FF9DC956A5C3}"/>
          </ac:spMkLst>
        </pc:spChg>
        <pc:spChg chg="mod">
          <ac:chgData name="Fatma Alsagaf" userId="ef587b5e-378a-4bb3-aa9f-3c15b98138a4" providerId="ADAL" clId="{102F2BD9-8586-4C1F-A7F5-16A88537524E}" dt="2023-04-26T08:37:46.571" v="86" actId="1076"/>
          <ac:spMkLst>
            <pc:docMk/>
            <pc:sldMk cId="3756501402" sldId="736"/>
            <ac:spMk id="37" creationId="{9938E304-1942-4DD2-918E-A91B171654F4}"/>
          </ac:spMkLst>
        </pc:spChg>
        <pc:spChg chg="mod">
          <ac:chgData name="Fatma Alsagaf" userId="ef587b5e-378a-4bb3-aa9f-3c15b98138a4" providerId="ADAL" clId="{102F2BD9-8586-4C1F-A7F5-16A88537524E}" dt="2023-04-26T08:44:11.002" v="184" actId="20577"/>
          <ac:spMkLst>
            <pc:docMk/>
            <pc:sldMk cId="3756501402" sldId="736"/>
            <ac:spMk id="38" creationId="{1EA4B412-4A15-4426-A7C6-923A46AF81E8}"/>
          </ac:spMkLst>
        </pc:spChg>
        <pc:grpChg chg="mod">
          <ac:chgData name="Fatma Alsagaf" userId="ef587b5e-378a-4bb3-aa9f-3c15b98138a4" providerId="ADAL" clId="{102F2BD9-8586-4C1F-A7F5-16A88537524E}" dt="2023-04-26T08:37:46.571" v="86" actId="1076"/>
          <ac:grpSpMkLst>
            <pc:docMk/>
            <pc:sldMk cId="3756501402" sldId="736"/>
            <ac:grpSpMk id="18" creationId="{96773B71-71B8-453C-8DDC-E0EB7AD82973}"/>
          </ac:grpSpMkLst>
        </pc:grpChg>
        <pc:grpChg chg="mod">
          <ac:chgData name="Fatma Alsagaf" userId="ef587b5e-378a-4bb3-aa9f-3c15b98138a4" providerId="ADAL" clId="{102F2BD9-8586-4C1F-A7F5-16A88537524E}" dt="2023-04-26T08:37:46.571" v="86" actId="1076"/>
          <ac:grpSpMkLst>
            <pc:docMk/>
            <pc:sldMk cId="3756501402" sldId="736"/>
            <ac:grpSpMk id="19" creationId="{FF6BE8C2-971B-4DEC-8FF4-486D75F0E74E}"/>
          </ac:grpSpMkLst>
        </pc:grpChg>
        <pc:graphicFrameChg chg="mod modGraphic">
          <ac:chgData name="Fatma Alsagaf" userId="ef587b5e-378a-4bb3-aa9f-3c15b98138a4" providerId="ADAL" clId="{102F2BD9-8586-4C1F-A7F5-16A88537524E}" dt="2023-04-26T08:45:22.354" v="209" actId="207"/>
          <ac:graphicFrameMkLst>
            <pc:docMk/>
            <pc:sldMk cId="3756501402" sldId="736"/>
            <ac:graphicFrameMk id="13" creationId="{37CF9D02-ADBC-492B-A397-3679EB17E75F}"/>
          </ac:graphicFrameMkLst>
        </pc:graphicFrameChg>
        <pc:graphicFrameChg chg="mod">
          <ac:chgData name="Fatma Alsagaf" userId="ef587b5e-378a-4bb3-aa9f-3c15b98138a4" providerId="ADAL" clId="{102F2BD9-8586-4C1F-A7F5-16A88537524E}" dt="2023-04-26T08:37:46.571" v="86" actId="1076"/>
          <ac:graphicFrameMkLst>
            <pc:docMk/>
            <pc:sldMk cId="3756501402" sldId="736"/>
            <ac:graphicFrameMk id="31" creationId="{70746B03-D94E-4634-B01A-E0496CA506D1}"/>
          </ac:graphicFrameMkLst>
        </pc:graphicFrameChg>
        <pc:picChg chg="mod">
          <ac:chgData name="Fatma Alsagaf" userId="ef587b5e-378a-4bb3-aa9f-3c15b98138a4" providerId="ADAL" clId="{102F2BD9-8586-4C1F-A7F5-16A88537524E}" dt="2023-04-26T08:37:46.571" v="86" actId="1076"/>
          <ac:picMkLst>
            <pc:docMk/>
            <pc:sldMk cId="3756501402" sldId="736"/>
            <ac:picMk id="5" creationId="{054B515A-5694-49E6-AD4C-4634D2AC3669}"/>
          </ac:picMkLst>
        </pc:picChg>
        <pc:picChg chg="mod">
          <ac:chgData name="Fatma Alsagaf" userId="ef587b5e-378a-4bb3-aa9f-3c15b98138a4" providerId="ADAL" clId="{102F2BD9-8586-4C1F-A7F5-16A88537524E}" dt="2023-04-26T08:37:46.571" v="86" actId="1076"/>
          <ac:picMkLst>
            <pc:docMk/>
            <pc:sldMk cId="3756501402" sldId="736"/>
            <ac:picMk id="20" creationId="{DEACFF60-8F81-435F-AE31-7B653D28923F}"/>
          </ac:picMkLst>
        </pc:picChg>
        <pc:picChg chg="mod">
          <ac:chgData name="Fatma Alsagaf" userId="ef587b5e-378a-4bb3-aa9f-3c15b98138a4" providerId="ADAL" clId="{102F2BD9-8586-4C1F-A7F5-16A88537524E}" dt="2023-04-26T08:37:46.571" v="86" actId="1076"/>
          <ac:picMkLst>
            <pc:docMk/>
            <pc:sldMk cId="3756501402" sldId="736"/>
            <ac:picMk id="29" creationId="{223640B5-A67D-4ABC-A6C7-4CE7CA4CD46F}"/>
          </ac:picMkLst>
        </pc:picChg>
        <pc:picChg chg="mod">
          <ac:chgData name="Fatma Alsagaf" userId="ef587b5e-378a-4bb3-aa9f-3c15b98138a4" providerId="ADAL" clId="{102F2BD9-8586-4C1F-A7F5-16A88537524E}" dt="2023-04-26T08:37:46.571" v="86" actId="1076"/>
          <ac:picMkLst>
            <pc:docMk/>
            <pc:sldMk cId="3756501402" sldId="736"/>
            <ac:picMk id="30" creationId="{648972B8-F1EA-4D8F-A164-B2CF9E14D672}"/>
          </ac:picMkLst>
        </pc:picChg>
        <pc:cxnChg chg="mod">
          <ac:chgData name="Fatma Alsagaf" userId="ef587b5e-378a-4bb3-aa9f-3c15b98138a4" providerId="ADAL" clId="{102F2BD9-8586-4C1F-A7F5-16A88537524E}" dt="2023-04-26T08:37:46.571" v="86" actId="1076"/>
          <ac:cxnSpMkLst>
            <pc:docMk/>
            <pc:sldMk cId="3756501402" sldId="736"/>
            <ac:cxnSpMk id="26" creationId="{451E41CA-AACF-4EAE-85BC-B628BFAF71DD}"/>
          </ac:cxnSpMkLst>
        </pc:cxnChg>
      </pc:sldChg>
      <pc:sldChg chg="addSp delSp modSp new mod">
        <pc:chgData name="Fatma Alsagaf" userId="ef587b5e-378a-4bb3-aa9f-3c15b98138a4" providerId="ADAL" clId="{102F2BD9-8586-4C1F-A7F5-16A88537524E}" dt="2023-04-26T08:42:40.742" v="151" actId="1037"/>
        <pc:sldMkLst>
          <pc:docMk/>
          <pc:sldMk cId="978193260" sldId="737"/>
        </pc:sldMkLst>
        <pc:spChg chg="del">
          <ac:chgData name="Fatma Alsagaf" userId="ef587b5e-378a-4bb3-aa9f-3c15b98138a4" providerId="ADAL" clId="{102F2BD9-8586-4C1F-A7F5-16A88537524E}" dt="2023-04-26T08:42:30.354" v="143" actId="478"/>
          <ac:spMkLst>
            <pc:docMk/>
            <pc:sldMk cId="978193260" sldId="737"/>
            <ac:spMk id="2" creationId="{FEC2B575-699C-7BDB-BC2C-324E4C5AEEC3}"/>
          </ac:spMkLst>
        </pc:spChg>
        <pc:spChg chg="add del mod">
          <ac:chgData name="Fatma Alsagaf" userId="ef587b5e-378a-4bb3-aa9f-3c15b98138a4" providerId="ADAL" clId="{102F2BD9-8586-4C1F-A7F5-16A88537524E}" dt="2023-04-26T08:42:15.262" v="139"/>
          <ac:spMkLst>
            <pc:docMk/>
            <pc:sldMk cId="978193260" sldId="737"/>
            <ac:spMk id="4" creationId="{64F8A06F-9ED3-95EB-3899-E1D66B9B19D2}"/>
          </ac:spMkLst>
        </pc:spChg>
        <pc:spChg chg="add del mod">
          <ac:chgData name="Fatma Alsagaf" userId="ef587b5e-378a-4bb3-aa9f-3c15b98138a4" providerId="ADAL" clId="{102F2BD9-8586-4C1F-A7F5-16A88537524E}" dt="2023-04-26T08:42:15.262" v="139"/>
          <ac:spMkLst>
            <pc:docMk/>
            <pc:sldMk cId="978193260" sldId="737"/>
            <ac:spMk id="5" creationId="{1DDAF9F8-B10F-9048-AD00-13C5C87BD04B}"/>
          </ac:spMkLst>
        </pc:spChg>
        <pc:spChg chg="add del mod">
          <ac:chgData name="Fatma Alsagaf" userId="ef587b5e-378a-4bb3-aa9f-3c15b98138a4" providerId="ADAL" clId="{102F2BD9-8586-4C1F-A7F5-16A88537524E}" dt="2023-04-26T08:42:15.262" v="139"/>
          <ac:spMkLst>
            <pc:docMk/>
            <pc:sldMk cId="978193260" sldId="737"/>
            <ac:spMk id="6" creationId="{AA177E66-0A61-EB4A-5C6D-03B4311CE485}"/>
          </ac:spMkLst>
        </pc:spChg>
        <pc:spChg chg="add mod">
          <ac:chgData name="Fatma Alsagaf" userId="ef587b5e-378a-4bb3-aa9f-3c15b98138a4" providerId="ADAL" clId="{102F2BD9-8586-4C1F-A7F5-16A88537524E}" dt="2023-04-26T08:42:37.915" v="148" actId="1037"/>
          <ac:spMkLst>
            <pc:docMk/>
            <pc:sldMk cId="978193260" sldId="737"/>
            <ac:spMk id="8" creationId="{9F75AE1E-4865-A89B-5661-00547817C227}"/>
          </ac:spMkLst>
        </pc:spChg>
        <pc:spChg chg="add mod">
          <ac:chgData name="Fatma Alsagaf" userId="ef587b5e-378a-4bb3-aa9f-3c15b98138a4" providerId="ADAL" clId="{102F2BD9-8586-4C1F-A7F5-16A88537524E}" dt="2023-04-26T08:42:40.742" v="151" actId="1037"/>
          <ac:spMkLst>
            <pc:docMk/>
            <pc:sldMk cId="978193260" sldId="737"/>
            <ac:spMk id="9" creationId="{3D5E5430-21F5-5105-CFC6-1637433F5630}"/>
          </ac:spMkLst>
        </pc:spChg>
        <pc:picChg chg="add del mod">
          <ac:chgData name="Fatma Alsagaf" userId="ef587b5e-378a-4bb3-aa9f-3c15b98138a4" providerId="ADAL" clId="{102F2BD9-8586-4C1F-A7F5-16A88537524E}" dt="2023-04-26T08:42:15.262" v="139"/>
          <ac:picMkLst>
            <pc:docMk/>
            <pc:sldMk cId="978193260" sldId="737"/>
            <ac:picMk id="3" creationId="{41B97596-F871-FEE0-8172-B5079482B086}"/>
          </ac:picMkLst>
        </pc:picChg>
        <pc:picChg chg="add mod">
          <ac:chgData name="Fatma Alsagaf" userId="ef587b5e-378a-4bb3-aa9f-3c15b98138a4" providerId="ADAL" clId="{102F2BD9-8586-4C1F-A7F5-16A88537524E}" dt="2023-04-26T08:42:37.915" v="148" actId="1037"/>
          <ac:picMkLst>
            <pc:docMk/>
            <pc:sldMk cId="978193260" sldId="737"/>
            <ac:picMk id="7" creationId="{EC17F7CC-08FF-3D3B-71A1-E1B1AB24D2E5}"/>
          </ac:picMkLst>
        </pc:picChg>
      </pc:sldChg>
      <pc:sldChg chg="addSp delSp modSp add del mod">
        <pc:chgData name="Fatma Alsagaf" userId="ef587b5e-378a-4bb3-aa9f-3c15b98138a4" providerId="ADAL" clId="{102F2BD9-8586-4C1F-A7F5-16A88537524E}" dt="2023-04-26T08:41:44.362" v="133"/>
        <pc:sldMkLst>
          <pc:docMk/>
          <pc:sldMk cId="1471578234" sldId="737"/>
        </pc:sldMkLst>
        <pc:spChg chg="add del">
          <ac:chgData name="Fatma Alsagaf" userId="ef587b5e-378a-4bb3-aa9f-3c15b98138a4" providerId="ADAL" clId="{102F2BD9-8586-4C1F-A7F5-16A88537524E}" dt="2023-04-26T08:41:43.134" v="131" actId="478"/>
          <ac:spMkLst>
            <pc:docMk/>
            <pc:sldMk cId="1471578234" sldId="737"/>
            <ac:spMk id="3" creationId="{6BE91A9F-1E81-FBF3-230E-1FAD6786A58D}"/>
          </ac:spMkLst>
        </pc:spChg>
        <pc:grpChg chg="add del">
          <ac:chgData name="Fatma Alsagaf" userId="ef587b5e-378a-4bb3-aa9f-3c15b98138a4" providerId="ADAL" clId="{102F2BD9-8586-4C1F-A7F5-16A88537524E}" dt="2023-04-26T08:41:43.343" v="132" actId="478"/>
          <ac:grpSpMkLst>
            <pc:docMk/>
            <pc:sldMk cId="1471578234" sldId="737"/>
            <ac:grpSpMk id="8" creationId="{89F406FC-A199-36C0-3E12-54D0C7F5A351}"/>
          </ac:grpSpMkLst>
        </pc:grpChg>
        <pc:picChg chg="add del mod">
          <ac:chgData name="Fatma Alsagaf" userId="ef587b5e-378a-4bb3-aa9f-3c15b98138a4" providerId="ADAL" clId="{102F2BD9-8586-4C1F-A7F5-16A88537524E}" dt="2023-04-26T08:41:26.165" v="128"/>
          <ac:picMkLst>
            <pc:docMk/>
            <pc:sldMk cId="1471578234" sldId="737"/>
            <ac:picMk id="5" creationId="{FC370372-9498-04A1-1657-F5D9EB0ED4DC}"/>
          </ac:picMkLst>
        </pc:picChg>
        <pc:picChg chg="add del">
          <ac:chgData name="Fatma Alsagaf" userId="ef587b5e-378a-4bb3-aa9f-3c15b98138a4" providerId="ADAL" clId="{102F2BD9-8586-4C1F-A7F5-16A88537524E}" dt="2023-04-26T08:41:27.646" v="130"/>
          <ac:picMkLst>
            <pc:docMk/>
            <pc:sldMk cId="1471578234" sldId="737"/>
            <ac:picMk id="9" creationId="{B52E6085-BDA4-6A11-DDFA-9C39A3CAAB4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EB1D8-DFD5-A060-6E8E-E80AF2321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67FF3-451E-D457-34A2-A0940B2AB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6F0AC-EBAF-2A8C-F6DC-6E3EFB4C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FCDFC-CCE8-4DCF-86A6-27FBC62FE34B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988EB-A402-F3C2-A1B5-2EF2170B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919-CD9D-B816-678C-75DD40AD0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116B4-F236-41F5-9202-8ACC0AAD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101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D0DF1-9A48-C16B-0A03-BD83C7167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38CFE-0530-92CA-9311-A37E8A8ED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93029-4C57-143D-AA09-95297769E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FCDFC-CCE8-4DCF-86A6-27FBC62FE34B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4F320-6C79-C8E1-11CE-2B82DFDE6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99801-7CB5-11F4-225A-B03C67451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116B4-F236-41F5-9202-8ACC0AAD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386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01ABC-89FD-AC22-B206-F85261A23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D418E-5931-51C3-625E-3AE963BB4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C50E1-DF71-55BA-D934-F43DE6CA3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FCDFC-CCE8-4DCF-86A6-27FBC62FE34B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E3B5A-5718-F6C1-4CD8-9B97A81B5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A568F-6D28-FEFE-4417-1131D08A3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116B4-F236-41F5-9202-8ACC0AAD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22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8B55B-D97D-0E6E-E7DC-64606D70D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E4A45-373F-6AC7-FE8D-129C2C3EBC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AA8AE-ED46-D82D-4B5D-4D6C64828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08E6B-1A6A-6DE4-3894-226C9B2E1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FCDFC-CCE8-4DCF-86A6-27FBC62FE34B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F618B8-0057-BC0F-D8F2-D3944E150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6D41D-5F91-91DB-4605-3A9BEBD27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116B4-F236-41F5-9202-8ACC0AAD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60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740AF-D26D-6E77-AA7C-828B10CAA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AFCC1-D6D6-8587-AAF9-D15C474E0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FD794-57E0-C721-1166-AAE047BD4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503D5B-F9F7-1A13-FAA5-EF13303AE7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D7C5CE-E85F-E919-98E3-443CBC917C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46C917-8DE5-5C63-75BC-D85AC849C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FCDFC-CCE8-4DCF-86A6-27FBC62FE34B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F435BD-453D-A012-6701-6EB6DBF49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00B4E4-26C5-86F1-D3D8-E0467D793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116B4-F236-41F5-9202-8ACC0AAD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01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B07C-611F-5537-FC84-B1382A320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CABBEC-D38A-4562-C95F-52B4EA403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FCDFC-CCE8-4DCF-86A6-27FBC62FE34B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9F7B55-73FA-C735-F742-4D96D25D1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9203A5-B76B-B10A-2C20-69B09652B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116B4-F236-41F5-9202-8ACC0AAD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45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87BFC2-D5BA-4D0D-77D2-8241EE04B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FCDFC-CCE8-4DCF-86A6-27FBC62FE34B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BE13A-71FA-0F27-FFC3-74EC9B357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9C96B-A721-47D6-395C-BB63D3F3D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116B4-F236-41F5-9202-8ACC0AAD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27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32934-984B-FFB1-6690-FF02B1176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571BF-2B90-C201-7948-BAC234442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8B714-43B6-22A4-170A-53B1A0C83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38F3E-FFCC-6DDB-B193-ACF9E0AB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FCDFC-CCE8-4DCF-86A6-27FBC62FE34B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82A8C-74B0-7C4F-F7F9-398C3AE2D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59143-A3E1-D553-C075-36168F0F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116B4-F236-41F5-9202-8ACC0AAD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9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6AC08-46F7-2C9E-5055-D0DD51B2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AE0087-DDBD-17E1-0A3B-1AF119C18E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893F8D-AB7B-B7A5-D6B4-B406A9B4D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1D9C1-DFA9-E817-672F-B68284D3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FCDFC-CCE8-4DCF-86A6-27FBC62FE34B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50F7B-F50F-BEAD-EBF3-B47DDB985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73607E-55BA-737E-599C-744D1F77F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116B4-F236-41F5-9202-8ACC0AAD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906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4D285-71F2-99D5-FD7D-D95F23C3E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4BF63-B5B0-F246-D829-79DB32DE8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CD976-CB0B-E016-2DCD-0E5960B0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FCDFC-CCE8-4DCF-86A6-27FBC62FE34B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5DE76-C6C4-3E81-DE78-C52EA6744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B693B-BA91-972E-8DC8-22F09621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116B4-F236-41F5-9202-8ACC0AAD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740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070140-9CCC-F673-B687-B0A968593C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52AC64-FB52-D003-358A-8E0859150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7D62D-90AE-F1C0-27E5-E0A944C9D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FCDFC-CCE8-4DCF-86A6-27FBC62FE34B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43307-0589-D431-165F-3CF9C0DF3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BEFC9-1AD6-E1B2-2A9E-BE1528FBE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116B4-F236-41F5-9202-8ACC0AAD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377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9FA12E-54E9-DE66-A53D-C15557780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7619E-6130-930B-01BC-BAE7AE59B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24119-2991-04AB-3AC3-FDD92C196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FCDFC-CCE8-4DCF-86A6-27FBC62FE34B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10C49-10A3-3348-ADA7-1DB58B65F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37EF5-F844-C9E5-1091-8EA3F5C43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116B4-F236-41F5-9202-8ACC0AAD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025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C17F7CC-08FF-3D3B-71A1-E1B1AB24D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2" y="865288"/>
            <a:ext cx="9236241" cy="573073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F75AE1E-4865-A89B-5661-00547817C227}"/>
              </a:ext>
            </a:extLst>
          </p:cNvPr>
          <p:cNvSpPr txBox="1">
            <a:spLocks/>
          </p:cNvSpPr>
          <p:nvPr/>
        </p:nvSpPr>
        <p:spPr>
          <a:xfrm>
            <a:off x="131974" y="144408"/>
            <a:ext cx="8928100" cy="8642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400" b="1" dirty="0">
                <a:solidFill>
                  <a:srgbClr val="ACCBF9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Career Growth &amp; Development Template Example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5E5430-21F5-5105-CFC6-1637433F5630}"/>
              </a:ext>
            </a:extLst>
          </p:cNvPr>
          <p:cNvSpPr txBox="1"/>
          <p:nvPr/>
        </p:nvSpPr>
        <p:spPr>
          <a:xfrm>
            <a:off x="9382049" y="686715"/>
            <a:ext cx="2781670" cy="440120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IDPs available for all associates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 types of IDP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1. Development in current role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Orange pin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represents current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role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2. Development towards future role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Green flag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represents future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role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70:20:10 development must be developed by the associate to ensure accountability of their own development – HRBPs and management support to enable opportunities for development through launched mechanisms</a:t>
            </a:r>
          </a:p>
        </p:txBody>
      </p:sp>
    </p:spTree>
    <p:extLst>
      <p:ext uri="{BB962C8B-B14F-4D97-AF65-F5344CB8AC3E}">
        <p14:creationId xmlns:p14="http://schemas.microsoft.com/office/powerpoint/2010/main" val="97819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7CF9D02-ADBC-492B-A397-3679EB17E7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3596"/>
              </p:ext>
            </p:extLst>
          </p:nvPr>
        </p:nvGraphicFramePr>
        <p:xfrm>
          <a:off x="232690" y="373226"/>
          <a:ext cx="11959310" cy="64847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737">
                  <a:extLst>
                    <a:ext uri="{9D8B030D-6E8A-4147-A177-3AD203B41FA5}">
                      <a16:colId xmlns:a16="http://schemas.microsoft.com/office/drawing/2014/main" val="692077753"/>
                    </a:ext>
                  </a:extLst>
                </a:gridCol>
                <a:gridCol w="2927771">
                  <a:extLst>
                    <a:ext uri="{9D8B030D-6E8A-4147-A177-3AD203B41FA5}">
                      <a16:colId xmlns:a16="http://schemas.microsoft.com/office/drawing/2014/main" val="3214202960"/>
                    </a:ext>
                  </a:extLst>
                </a:gridCol>
                <a:gridCol w="2426687">
                  <a:extLst>
                    <a:ext uri="{9D8B030D-6E8A-4147-A177-3AD203B41FA5}">
                      <a16:colId xmlns:a16="http://schemas.microsoft.com/office/drawing/2014/main" val="3472449967"/>
                    </a:ext>
                  </a:extLst>
                </a:gridCol>
                <a:gridCol w="4563115">
                  <a:extLst>
                    <a:ext uri="{9D8B030D-6E8A-4147-A177-3AD203B41FA5}">
                      <a16:colId xmlns:a16="http://schemas.microsoft.com/office/drawing/2014/main" val="2655671569"/>
                    </a:ext>
                  </a:extLst>
                </a:gridCol>
              </a:tblGrid>
              <a:tr h="26675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Career Growth &amp; Development Template</a:t>
                      </a:r>
                      <a:endParaRPr kumimoji="0" lang="fr-F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endParaRPr lang="en-US" sz="900" b="1" kern="1200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1" kern="1200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Strengths and areas of development: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 kern="1200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 kern="1200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479755"/>
                  </a:ext>
                </a:extLst>
              </a:tr>
              <a:tr h="135722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Most Recent Achievements &amp; Developmental Experiences/ Initiatives: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 kern="1200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1" kern="1200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731887"/>
                  </a:ext>
                </a:extLst>
              </a:tr>
              <a:tr h="245997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Previous Roles and Career Aspiration:</a:t>
                      </a:r>
                      <a:endParaRPr lang="en-US" sz="900" b="1" kern="1200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08705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FC7122E-58BE-4C75-B6C3-3038794EA908}"/>
              </a:ext>
            </a:extLst>
          </p:cNvPr>
          <p:cNvSpPr txBox="1"/>
          <p:nvPr/>
        </p:nvSpPr>
        <p:spPr>
          <a:xfrm>
            <a:off x="287311" y="3302238"/>
            <a:ext cx="4740295" cy="694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9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9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9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6773B71-71B8-453C-8DDC-E0EB7AD82973}"/>
              </a:ext>
            </a:extLst>
          </p:cNvPr>
          <p:cNvGrpSpPr/>
          <p:nvPr/>
        </p:nvGrpSpPr>
        <p:grpSpPr>
          <a:xfrm>
            <a:off x="245365" y="4582324"/>
            <a:ext cx="4966603" cy="2032296"/>
            <a:chOff x="22627" y="4591879"/>
            <a:chExt cx="5284212" cy="219073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F6BE8C2-971B-4DEC-8FF4-486D75F0E74E}"/>
                </a:ext>
              </a:extLst>
            </p:cNvPr>
            <p:cNvGrpSpPr/>
            <p:nvPr/>
          </p:nvGrpSpPr>
          <p:grpSpPr>
            <a:xfrm>
              <a:off x="22627" y="4591879"/>
              <a:ext cx="5284212" cy="2190738"/>
              <a:chOff x="22627" y="4591879"/>
              <a:chExt cx="5284212" cy="2190738"/>
            </a:xfrm>
          </p:grpSpPr>
          <p:pic>
            <p:nvPicPr>
              <p:cNvPr id="29" name="Picture 2" descr="Image result for location pin">
                <a:extLst>
                  <a:ext uri="{FF2B5EF4-FFF2-40B4-BE49-F238E27FC236}">
                    <a16:creationId xmlns:a16="http://schemas.microsoft.com/office/drawing/2014/main" id="{223640B5-A67D-4ABC-A6C7-4CE7CA4CD4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hq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>
                <a:off x="551151" y="5864399"/>
                <a:ext cx="319030" cy="2878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CC12B87-FC95-40C4-A9F8-A5897FBBCB9F}"/>
                  </a:ext>
                </a:extLst>
              </p:cNvPr>
              <p:cNvSpPr txBox="1"/>
              <p:nvPr/>
            </p:nvSpPr>
            <p:spPr>
              <a:xfrm>
                <a:off x="407628" y="6152252"/>
                <a:ext cx="2451564" cy="630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A66AC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rPr>
                  <a:t>Role: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A66AC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rPr>
                  <a:t>Company: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A66AC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rPr>
                  <a:t>Year: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A66AC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rPr>
                  <a:t>Duration: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7FBD49F-7EEC-4578-ACBC-5A702644C2AA}"/>
                  </a:ext>
                </a:extLst>
              </p:cNvPr>
              <p:cNvSpPr txBox="1"/>
              <p:nvPr/>
            </p:nvSpPr>
            <p:spPr>
              <a:xfrm>
                <a:off x="1745445" y="4830310"/>
                <a:ext cx="1661088" cy="630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A66AC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rPr>
                  <a:t>Role: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A66AC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rPr>
                  <a:t>Division: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A66AC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rPr>
                  <a:t>Year: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A66AC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rPr>
                  <a:t>Duration:</a:t>
                </a: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451E41CA-AACF-4EAE-85BC-B628BFAF71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627" y="5856619"/>
                <a:ext cx="4552497" cy="7781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41146A4-CCAD-45DF-BF70-862E6ACB2B79}"/>
                  </a:ext>
                </a:extLst>
              </p:cNvPr>
              <p:cNvSpPr txBox="1"/>
              <p:nvPr/>
            </p:nvSpPr>
            <p:spPr>
              <a:xfrm>
                <a:off x="3466267" y="4591879"/>
                <a:ext cx="1717893" cy="630365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A66AC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rPr>
                  <a:t>Role: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A66AC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rPr>
                  <a:t>Manager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A66AC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rPr>
                  <a:t>Division: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A66AC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rPr>
                  <a:t>Year: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70807E-46BD-4D71-81D2-2E9420E7E514}"/>
                  </a:ext>
                </a:extLst>
              </p:cNvPr>
              <p:cNvSpPr txBox="1"/>
              <p:nvPr/>
            </p:nvSpPr>
            <p:spPr>
              <a:xfrm>
                <a:off x="4146464" y="5937181"/>
                <a:ext cx="1160375" cy="7630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rPr>
                  <a:t>Career aspiration (in the next 2-3 years)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rPr>
                  <a:t>(Add Title)</a:t>
                </a:r>
              </a:p>
            </p:txBody>
          </p:sp>
        </p:grpSp>
        <p:pic>
          <p:nvPicPr>
            <p:cNvPr id="20" name="Picture 2" descr="Image result for location pin">
              <a:extLst>
                <a:ext uri="{FF2B5EF4-FFF2-40B4-BE49-F238E27FC236}">
                  <a16:creationId xmlns:a16="http://schemas.microsoft.com/office/drawing/2014/main" id="{DEACFF60-8F81-435F-AE31-7B653D2892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hq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8878" y="5569946"/>
              <a:ext cx="319031" cy="2878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0746B03-D94E-4634-B01A-E0496CA50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656896"/>
              </p:ext>
            </p:extLst>
          </p:nvPr>
        </p:nvGraphicFramePr>
        <p:xfrm>
          <a:off x="7709443" y="449503"/>
          <a:ext cx="4393382" cy="6332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382">
                  <a:extLst>
                    <a:ext uri="{9D8B030D-6E8A-4147-A177-3AD203B41FA5}">
                      <a16:colId xmlns:a16="http://schemas.microsoft.com/office/drawing/2014/main" val="2991636812"/>
                    </a:ext>
                  </a:extLst>
                </a:gridCol>
              </a:tblGrid>
              <a:tr h="210312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Development Action Plan 1:</a:t>
                      </a:r>
                      <a:r>
                        <a:rPr lang="en-US" sz="900" b="0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 (SMART actions with mix of 70:20:10)</a:t>
                      </a:r>
                      <a:endParaRPr lang="en-US" sz="900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algn="l"/>
                      <a:endParaRPr lang="en-US" sz="900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algn="l"/>
                      <a:r>
                        <a:rPr lang="en-US" sz="900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 Options include :</a:t>
                      </a:r>
                    </a:p>
                    <a:p>
                      <a:pPr lvl="0" algn="l"/>
                      <a:r>
                        <a:rPr lang="en-US" sz="900" b="0" i="1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70%   Projects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900" b="0" i="1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70%   Stretch Assignments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900" b="0" i="1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70%   Job Shadowing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900" b="0" i="1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70%   Secondments &amp; Job Rotations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900" b="0" i="1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70%   On the job experience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900" b="0" i="1" kern="1200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20%   Coaching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900" b="0" i="1" kern="1200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20%   Mentoring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900" b="0" i="1" kern="1200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20%   Attending conferences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900" b="0" i="1" kern="1200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20%   Feedback exercises – 360s, feedback sessions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900" b="0" i="1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10%   Management Development Program in Automotive Retail Mgt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900" b="0" i="1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10%   Linkedin Learning Leadership career track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i="1" kern="1200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Link your activities together to provide rich learning journey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756689"/>
                  </a:ext>
                </a:extLst>
              </a:tr>
              <a:tr h="21031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Development Action Plan 2: </a:t>
                      </a:r>
                      <a:r>
                        <a:rPr lang="en-US" sz="900" b="0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(SMART actions with mix of 70:20:10)</a:t>
                      </a:r>
                      <a:endParaRPr lang="en-US" sz="900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 kern="1200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589193"/>
                  </a:ext>
                </a:extLst>
              </a:tr>
              <a:tr h="2103120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Development Action Plan 3: </a:t>
                      </a:r>
                      <a:r>
                        <a:rPr lang="en-US" sz="900" b="0" dirty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(SMART actions with mix of 70:20:10)</a:t>
                      </a:r>
                      <a:endParaRPr lang="en-US" sz="900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algn="l"/>
                      <a:endParaRPr lang="en-US" sz="900" b="1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825362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5174926A-8ED4-4F0B-BB9A-A933F404BF03}"/>
              </a:ext>
            </a:extLst>
          </p:cNvPr>
          <p:cNvSpPr txBox="1"/>
          <p:nvPr/>
        </p:nvSpPr>
        <p:spPr>
          <a:xfrm>
            <a:off x="2309982" y="456087"/>
            <a:ext cx="17995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Name: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D0BAD6-CF97-4350-B019-AE4CD9E485C8}"/>
              </a:ext>
            </a:extLst>
          </p:cNvPr>
          <p:cNvSpPr txBox="1"/>
          <p:nvPr/>
        </p:nvSpPr>
        <p:spPr>
          <a:xfrm>
            <a:off x="2285617" y="837579"/>
            <a:ext cx="2524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Position: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Brand: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Company: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Country: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8437B4-482F-45AF-AA16-FF9DC956A5C3}"/>
              </a:ext>
            </a:extLst>
          </p:cNvPr>
          <p:cNvSpPr txBox="1"/>
          <p:nvPr/>
        </p:nvSpPr>
        <p:spPr>
          <a:xfrm>
            <a:off x="5285055" y="723974"/>
            <a:ext cx="2313381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Top 3 Strengths (provide experience)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2.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3.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38E304-1942-4DD2-918E-A91B171654F4}"/>
              </a:ext>
            </a:extLst>
          </p:cNvPr>
          <p:cNvSpPr txBox="1"/>
          <p:nvPr/>
        </p:nvSpPr>
        <p:spPr>
          <a:xfrm>
            <a:off x="5219685" y="3527447"/>
            <a:ext cx="2407667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Top 3 Competencies/Experiences needed for Development (Highlight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RED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for current role/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GREEN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for future role)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2.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3.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A4B412-4A15-4426-A7C6-923A46AF81E8}"/>
              </a:ext>
            </a:extLst>
          </p:cNvPr>
          <p:cNvSpPr txBox="1"/>
          <p:nvPr/>
        </p:nvSpPr>
        <p:spPr>
          <a:xfrm>
            <a:off x="2292940" y="2158254"/>
            <a:ext cx="29190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Background Education: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4B515A-5694-49E6-AD4C-4634D2AC3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442" y="5495527"/>
            <a:ext cx="335216" cy="30154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48972B8-F1EA-4D8F-A164-B2CF9E14D67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96362" y="5493390"/>
            <a:ext cx="135411" cy="26329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85C37FB-22BD-263D-B305-D80B21ED275F}"/>
              </a:ext>
            </a:extLst>
          </p:cNvPr>
          <p:cNvSpPr txBox="1">
            <a:spLocks/>
          </p:cNvSpPr>
          <p:nvPr/>
        </p:nvSpPr>
        <p:spPr>
          <a:xfrm>
            <a:off x="202603" y="-223136"/>
            <a:ext cx="8928100" cy="8642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501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291</Words>
  <Application>Microsoft Office PowerPoint</Application>
  <PresentationFormat>Widescreen</PresentationFormat>
  <Paragraphs>87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Century Gothic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Fatma Alsagaf</dc:creator>
  <cp:lastModifiedBy>Vaishnavi Alagappan</cp:lastModifiedBy>
  <cp:revision>2</cp:revision>
  <dcterms:created xsi:type="dcterms:W3CDTF">2023-04-26T08:34:32Z</dcterms:created>
  <dcterms:modified xsi:type="dcterms:W3CDTF">2023-05-01T19:15:57Z</dcterms:modified>
</cp:coreProperties>
</file>